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8" r:id="rId6"/>
    <p:sldId id="295" r:id="rId7"/>
    <p:sldId id="292" r:id="rId8"/>
    <p:sldId id="293" r:id="rId9"/>
    <p:sldId id="294" r:id="rId10"/>
    <p:sldId id="299" r:id="rId11"/>
    <p:sldId id="296" r:id="rId12"/>
    <p:sldId id="297" r:id="rId13"/>
    <p:sldId id="298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62215-6890-4DB1-AE88-B383D56EF55E}" v="57" dt="2025-03-23T16:52:38.409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>
        <p:scale>
          <a:sx n="86" d="100"/>
          <a:sy n="86" d="100"/>
        </p:scale>
        <p:origin x="562" y="-139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ox Tweyo" userId="d68fa22a41358e4f" providerId="LiveId" clId="{EBF62215-6890-4DB1-AE88-B383D56EF55E}"/>
    <pc:docChg chg="undo custSel addSld delSld modSld sldOrd">
      <pc:chgData name="Lennox Tweyo" userId="d68fa22a41358e4f" providerId="LiveId" clId="{EBF62215-6890-4DB1-AE88-B383D56EF55E}" dt="2025-03-23T16:53:24.148" v="3430" actId="1076"/>
      <pc:docMkLst>
        <pc:docMk/>
      </pc:docMkLst>
      <pc:sldChg chg="del">
        <pc:chgData name="Lennox Tweyo" userId="d68fa22a41358e4f" providerId="LiveId" clId="{EBF62215-6890-4DB1-AE88-B383D56EF55E}" dt="2025-03-23T14:27:35.627" v="0" actId="47"/>
        <pc:sldMkLst>
          <pc:docMk/>
          <pc:sldMk cId="707789176" sldId="258"/>
        </pc:sldMkLst>
      </pc:sldChg>
      <pc:sldChg chg="del">
        <pc:chgData name="Lennox Tweyo" userId="d68fa22a41358e4f" providerId="LiveId" clId="{EBF62215-6890-4DB1-AE88-B383D56EF55E}" dt="2025-03-23T14:28:12.133" v="7" actId="47"/>
        <pc:sldMkLst>
          <pc:docMk/>
          <pc:sldMk cId="566997565" sldId="260"/>
        </pc:sldMkLst>
      </pc:sldChg>
      <pc:sldChg chg="del">
        <pc:chgData name="Lennox Tweyo" userId="d68fa22a41358e4f" providerId="LiveId" clId="{EBF62215-6890-4DB1-AE88-B383D56EF55E}" dt="2025-03-23T14:28:30.195" v="8" actId="47"/>
        <pc:sldMkLst>
          <pc:docMk/>
          <pc:sldMk cId="1593920805" sldId="262"/>
        </pc:sldMkLst>
      </pc:sldChg>
      <pc:sldChg chg="del">
        <pc:chgData name="Lennox Tweyo" userId="d68fa22a41358e4f" providerId="LiveId" clId="{EBF62215-6890-4DB1-AE88-B383D56EF55E}" dt="2025-03-23T16:35:50.591" v="3273" actId="47"/>
        <pc:sldMkLst>
          <pc:docMk/>
          <pc:sldMk cId="1346372204" sldId="264"/>
        </pc:sldMkLst>
      </pc:sldChg>
      <pc:sldChg chg="addSp delSp modSp add del mod ord">
        <pc:chgData name="Lennox Tweyo" userId="d68fa22a41358e4f" providerId="LiveId" clId="{EBF62215-6890-4DB1-AE88-B383D56EF55E}" dt="2025-03-23T16:02:46.924" v="2027" actId="13822"/>
        <pc:sldMkLst>
          <pc:docMk/>
          <pc:sldMk cId="4151694508" sldId="268"/>
        </pc:sldMkLst>
        <pc:spChg chg="add del mod">
          <ac:chgData name="Lennox Tweyo" userId="d68fa22a41358e4f" providerId="LiveId" clId="{EBF62215-6890-4DB1-AE88-B383D56EF55E}" dt="2025-03-23T14:29:52.132" v="26" actId="478"/>
          <ac:spMkLst>
            <pc:docMk/>
            <pc:sldMk cId="4151694508" sldId="268"/>
            <ac:spMk id="3" creationId="{3AED7CE5-141F-EA4A-1D6D-35CB3D2B1BE0}"/>
          </ac:spMkLst>
        </pc:spChg>
        <pc:spChg chg="mod">
          <ac:chgData name="Lennox Tweyo" userId="d68fa22a41358e4f" providerId="LiveId" clId="{EBF62215-6890-4DB1-AE88-B383D56EF55E}" dt="2025-03-23T14:37:02.282" v="561" actId="20577"/>
          <ac:spMkLst>
            <pc:docMk/>
            <pc:sldMk cId="4151694508" sldId="268"/>
            <ac:spMk id="4" creationId="{FAD2AE59-5630-4D5C-83A9-4CDEF4D7DCFB}"/>
          </ac:spMkLst>
        </pc:spChg>
        <pc:spChg chg="add del mod">
          <ac:chgData name="Lennox Tweyo" userId="d68fa22a41358e4f" providerId="LiveId" clId="{EBF62215-6890-4DB1-AE88-B383D56EF55E}" dt="2025-03-23T15:58:36.475" v="1979"/>
          <ac:spMkLst>
            <pc:docMk/>
            <pc:sldMk cId="4151694508" sldId="268"/>
            <ac:spMk id="5" creationId="{815ED9DE-2A30-1EA4-15AE-800F1BEBA242}"/>
          </ac:spMkLst>
        </pc:spChg>
        <pc:spChg chg="mod">
          <ac:chgData name="Lennox Tweyo" userId="d68fa22a41358e4f" providerId="LiveId" clId="{EBF62215-6890-4DB1-AE88-B383D56EF55E}" dt="2025-03-23T15:58:06.939" v="1973" actId="27636"/>
          <ac:spMkLst>
            <pc:docMk/>
            <pc:sldMk cId="4151694508" sldId="268"/>
            <ac:spMk id="6" creationId="{5A6B31B0-7B84-475D-961F-09C0191F91A2}"/>
          </ac:spMkLst>
        </pc:spChg>
        <pc:spChg chg="del mod">
          <ac:chgData name="Lennox Tweyo" userId="d68fa22a41358e4f" providerId="LiveId" clId="{EBF62215-6890-4DB1-AE88-B383D56EF55E}" dt="2025-03-23T14:29:46.039" v="25" actId="478"/>
          <ac:spMkLst>
            <pc:docMk/>
            <pc:sldMk cId="4151694508" sldId="268"/>
            <ac:spMk id="8" creationId="{813F3455-E568-40C9-9F4D-8C89F4CD95F8}"/>
          </ac:spMkLst>
        </pc:spChg>
        <pc:spChg chg="mod">
          <ac:chgData name="Lennox Tweyo" userId="d68fa22a41358e4f" providerId="LiveId" clId="{EBF62215-6890-4DB1-AE88-B383D56EF55E}" dt="2025-03-23T15:58:13.940" v="1975"/>
          <ac:spMkLst>
            <pc:docMk/>
            <pc:sldMk cId="4151694508" sldId="268"/>
            <ac:spMk id="12" creationId="{86551BBB-7BA7-42E7-2973-D74B1CED33E6}"/>
          </ac:spMkLst>
        </pc:spChg>
        <pc:spChg chg="mod">
          <ac:chgData name="Lennox Tweyo" userId="d68fa22a41358e4f" providerId="LiveId" clId="{EBF62215-6890-4DB1-AE88-B383D56EF55E}" dt="2025-03-23T15:58:13.940" v="1975"/>
          <ac:spMkLst>
            <pc:docMk/>
            <pc:sldMk cId="4151694508" sldId="268"/>
            <ac:spMk id="13" creationId="{FA772C94-3689-0624-5AE0-E3637D78D73A}"/>
          </ac:spMkLst>
        </pc:spChg>
        <pc:spChg chg="add mod">
          <ac:chgData name="Lennox Tweyo" userId="d68fa22a41358e4f" providerId="LiveId" clId="{EBF62215-6890-4DB1-AE88-B383D56EF55E}" dt="2025-03-23T15:59:49.833" v="1996" actId="1076"/>
          <ac:spMkLst>
            <pc:docMk/>
            <pc:sldMk cId="4151694508" sldId="268"/>
            <ac:spMk id="19" creationId="{DC56B0AD-03A3-8765-E739-6983AFCDB824}"/>
          </ac:spMkLst>
        </pc:spChg>
        <pc:spChg chg="add del mod">
          <ac:chgData name="Lennox Tweyo" userId="d68fa22a41358e4f" providerId="LiveId" clId="{EBF62215-6890-4DB1-AE88-B383D56EF55E}" dt="2025-03-23T16:00:11.515" v="2005"/>
          <ac:spMkLst>
            <pc:docMk/>
            <pc:sldMk cId="4151694508" sldId="268"/>
            <ac:spMk id="20" creationId="{480FA54B-E347-3B98-2ADA-02100F9D8CBE}"/>
          </ac:spMkLst>
        </pc:spChg>
        <pc:spChg chg="add mod">
          <ac:chgData name="Lennox Tweyo" userId="d68fa22a41358e4f" providerId="LiveId" clId="{EBF62215-6890-4DB1-AE88-B383D56EF55E}" dt="2025-03-23T16:00:06.161" v="2003" actId="14100"/>
          <ac:spMkLst>
            <pc:docMk/>
            <pc:sldMk cId="4151694508" sldId="268"/>
            <ac:spMk id="21" creationId="{DA9C3D11-BC13-15AD-BFBD-3830D817DA85}"/>
          </ac:spMkLst>
        </pc:spChg>
        <pc:grpChg chg="add del mod">
          <ac:chgData name="Lennox Tweyo" userId="d68fa22a41358e4f" providerId="LiveId" clId="{EBF62215-6890-4DB1-AE88-B383D56EF55E}" dt="2025-03-23T16:00:28.154" v="2008" actId="1076"/>
          <ac:grpSpMkLst>
            <pc:docMk/>
            <pc:sldMk cId="4151694508" sldId="268"/>
            <ac:grpSpMk id="9" creationId="{AA4C15FB-D9FC-1CBB-75E1-B3AFD8A2B56B}"/>
          </ac:grpSpMkLst>
        </pc:grpChg>
        <pc:picChg chg="mod">
          <ac:chgData name="Lennox Tweyo" userId="d68fa22a41358e4f" providerId="LiveId" clId="{EBF62215-6890-4DB1-AE88-B383D56EF55E}" dt="2025-03-23T15:58:13.940" v="1975"/>
          <ac:picMkLst>
            <pc:docMk/>
            <pc:sldMk cId="4151694508" sldId="268"/>
            <ac:picMk id="10" creationId="{25E39310-2E5C-2EBD-19B9-71D4CF3170BB}"/>
          </ac:picMkLst>
        </pc:picChg>
        <pc:cxnChg chg="del mod">
          <ac:chgData name="Lennox Tweyo" userId="d68fa22a41358e4f" providerId="LiveId" clId="{EBF62215-6890-4DB1-AE88-B383D56EF55E}" dt="2025-03-23T15:58:46.418" v="1983" actId="478"/>
          <ac:cxnSpMkLst>
            <pc:docMk/>
            <pc:sldMk cId="4151694508" sldId="268"/>
            <ac:cxnSpMk id="11" creationId="{3A0CEB97-65C0-FF61-C0CC-01AE550949C1}"/>
          </ac:cxnSpMkLst>
        </pc:cxnChg>
        <pc:cxnChg chg="del mod">
          <ac:chgData name="Lennox Tweyo" userId="d68fa22a41358e4f" providerId="LiveId" clId="{EBF62215-6890-4DB1-AE88-B383D56EF55E}" dt="2025-03-23T15:58:36.471" v="1977" actId="478"/>
          <ac:cxnSpMkLst>
            <pc:docMk/>
            <pc:sldMk cId="4151694508" sldId="268"/>
            <ac:cxnSpMk id="14" creationId="{5C18598F-CAAA-EA06-A611-AA77DC2557B4}"/>
          </ac:cxnSpMkLst>
        </pc:cxnChg>
        <pc:cxnChg chg="del mod">
          <ac:chgData name="Lennox Tweyo" userId="d68fa22a41358e4f" providerId="LiveId" clId="{EBF62215-6890-4DB1-AE88-B383D56EF55E}" dt="2025-03-23T15:58:50.162" v="1984" actId="478"/>
          <ac:cxnSpMkLst>
            <pc:docMk/>
            <pc:sldMk cId="4151694508" sldId="268"/>
            <ac:cxnSpMk id="15" creationId="{3A5D0192-C290-7700-6C36-D0E1CCA92729}"/>
          </ac:cxnSpMkLst>
        </pc:cxnChg>
        <pc:cxnChg chg="del mod">
          <ac:chgData name="Lennox Tweyo" userId="d68fa22a41358e4f" providerId="LiveId" clId="{EBF62215-6890-4DB1-AE88-B383D56EF55E}" dt="2025-03-23T15:58:40.587" v="1980" actId="478"/>
          <ac:cxnSpMkLst>
            <pc:docMk/>
            <pc:sldMk cId="4151694508" sldId="268"/>
            <ac:cxnSpMk id="16" creationId="{DAAA917F-0FF8-A905-A87B-99EF47A4920F}"/>
          </ac:cxnSpMkLst>
        </pc:cxnChg>
        <pc:cxnChg chg="del mod">
          <ac:chgData name="Lennox Tweyo" userId="d68fa22a41358e4f" providerId="LiveId" clId="{EBF62215-6890-4DB1-AE88-B383D56EF55E}" dt="2025-03-23T15:58:54.783" v="1985" actId="478"/>
          <ac:cxnSpMkLst>
            <pc:docMk/>
            <pc:sldMk cId="4151694508" sldId="268"/>
            <ac:cxnSpMk id="17" creationId="{E723DA7A-0BAA-F6E2-6E73-50DA17BEABAB}"/>
          </ac:cxnSpMkLst>
        </pc:cxnChg>
        <pc:cxnChg chg="del mod">
          <ac:chgData name="Lennox Tweyo" userId="d68fa22a41358e4f" providerId="LiveId" clId="{EBF62215-6890-4DB1-AE88-B383D56EF55E}" dt="2025-03-23T15:58:59.535" v="1986" actId="478"/>
          <ac:cxnSpMkLst>
            <pc:docMk/>
            <pc:sldMk cId="4151694508" sldId="268"/>
            <ac:cxnSpMk id="18" creationId="{0C984FC1-358E-584E-3E37-DC0EF7222553}"/>
          </ac:cxnSpMkLst>
        </pc:cxnChg>
        <pc:cxnChg chg="add del">
          <ac:chgData name="Lennox Tweyo" userId="d68fa22a41358e4f" providerId="LiveId" clId="{EBF62215-6890-4DB1-AE88-B383D56EF55E}" dt="2025-03-23T16:00:29.256" v="2009" actId="11529"/>
          <ac:cxnSpMkLst>
            <pc:docMk/>
            <pc:sldMk cId="4151694508" sldId="268"/>
            <ac:cxnSpMk id="23" creationId="{45FAC380-09D9-BD11-C446-23EE27C8D036}"/>
          </ac:cxnSpMkLst>
        </pc:cxnChg>
        <pc:cxnChg chg="add mod">
          <ac:chgData name="Lennox Tweyo" userId="d68fa22a41358e4f" providerId="LiveId" clId="{EBF62215-6890-4DB1-AE88-B383D56EF55E}" dt="2025-03-23T16:01:58.020" v="2021" actId="13822"/>
          <ac:cxnSpMkLst>
            <pc:docMk/>
            <pc:sldMk cId="4151694508" sldId="268"/>
            <ac:cxnSpMk id="25" creationId="{98307EEC-33AB-2E17-734B-2DABF6CED38C}"/>
          </ac:cxnSpMkLst>
        </pc:cxnChg>
        <pc:cxnChg chg="add mod">
          <ac:chgData name="Lennox Tweyo" userId="d68fa22a41358e4f" providerId="LiveId" clId="{EBF62215-6890-4DB1-AE88-B383D56EF55E}" dt="2025-03-23T16:02:17.686" v="2023" actId="13822"/>
          <ac:cxnSpMkLst>
            <pc:docMk/>
            <pc:sldMk cId="4151694508" sldId="268"/>
            <ac:cxnSpMk id="33" creationId="{F2E86EC8-8291-E848-9E42-52BEC5640183}"/>
          </ac:cxnSpMkLst>
        </pc:cxnChg>
        <pc:cxnChg chg="add mod">
          <ac:chgData name="Lennox Tweyo" userId="d68fa22a41358e4f" providerId="LiveId" clId="{EBF62215-6890-4DB1-AE88-B383D56EF55E}" dt="2025-03-23T16:02:33.350" v="2025" actId="13822"/>
          <ac:cxnSpMkLst>
            <pc:docMk/>
            <pc:sldMk cId="4151694508" sldId="268"/>
            <ac:cxnSpMk id="35" creationId="{88555829-F977-15BE-762C-060587CA2627}"/>
          </ac:cxnSpMkLst>
        </pc:cxnChg>
        <pc:cxnChg chg="add mod">
          <ac:chgData name="Lennox Tweyo" userId="d68fa22a41358e4f" providerId="LiveId" clId="{EBF62215-6890-4DB1-AE88-B383D56EF55E}" dt="2025-03-23T16:02:46.924" v="2027" actId="13822"/>
          <ac:cxnSpMkLst>
            <pc:docMk/>
            <pc:sldMk cId="4151694508" sldId="268"/>
            <ac:cxnSpMk id="37" creationId="{AE361A3D-CB10-653B-4799-7CE7F92BFF87}"/>
          </ac:cxnSpMkLst>
        </pc:cxnChg>
      </pc:sldChg>
      <pc:sldChg chg="modSp mod">
        <pc:chgData name="Lennox Tweyo" userId="d68fa22a41358e4f" providerId="LiveId" clId="{EBF62215-6890-4DB1-AE88-B383D56EF55E}" dt="2025-03-23T16:36:00.854" v="3289" actId="20577"/>
        <pc:sldMkLst>
          <pc:docMk/>
          <pc:sldMk cId="2436493926" sldId="276"/>
        </pc:sldMkLst>
        <pc:spChg chg="mod">
          <ac:chgData name="Lennox Tweyo" userId="d68fa22a41358e4f" providerId="LiveId" clId="{EBF62215-6890-4DB1-AE88-B383D56EF55E}" dt="2025-03-23T16:36:00.854" v="3289" actId="20577"/>
          <ac:spMkLst>
            <pc:docMk/>
            <pc:sldMk cId="2436493926" sldId="276"/>
            <ac:spMk id="3" creationId="{24AFFC60-19C3-4901-93F7-7AAF4C09F8C6}"/>
          </ac:spMkLst>
        </pc:spChg>
      </pc:sldChg>
      <pc:sldChg chg="del">
        <pc:chgData name="Lennox Tweyo" userId="d68fa22a41358e4f" providerId="LiveId" clId="{EBF62215-6890-4DB1-AE88-B383D56EF55E}" dt="2025-03-23T14:27:59.889" v="6" actId="47"/>
        <pc:sldMkLst>
          <pc:docMk/>
          <pc:sldMk cId="2243494996" sldId="277"/>
        </pc:sldMkLst>
      </pc:sldChg>
      <pc:sldChg chg="del">
        <pc:chgData name="Lennox Tweyo" userId="d68fa22a41358e4f" providerId="LiveId" clId="{EBF62215-6890-4DB1-AE88-B383D56EF55E}" dt="2025-03-23T16:35:45.402" v="3271" actId="47"/>
        <pc:sldMkLst>
          <pc:docMk/>
          <pc:sldMk cId="4252466045" sldId="279"/>
        </pc:sldMkLst>
      </pc:sldChg>
      <pc:sldChg chg="del">
        <pc:chgData name="Lennox Tweyo" userId="d68fa22a41358e4f" providerId="LiveId" clId="{EBF62215-6890-4DB1-AE88-B383D56EF55E}" dt="2025-03-23T14:28:47.480" v="9" actId="47"/>
        <pc:sldMkLst>
          <pc:docMk/>
          <pc:sldMk cId="1418789964" sldId="286"/>
        </pc:sldMkLst>
      </pc:sldChg>
      <pc:sldChg chg="del">
        <pc:chgData name="Lennox Tweyo" userId="d68fa22a41358e4f" providerId="LiveId" clId="{EBF62215-6890-4DB1-AE88-B383D56EF55E}" dt="2025-03-23T14:27:40.098" v="1" actId="47"/>
        <pc:sldMkLst>
          <pc:docMk/>
          <pc:sldMk cId="1329539271" sldId="290"/>
        </pc:sldMkLst>
      </pc:sldChg>
      <pc:sldChg chg="del">
        <pc:chgData name="Lennox Tweyo" userId="d68fa22a41358e4f" providerId="LiveId" clId="{EBF62215-6890-4DB1-AE88-B383D56EF55E}" dt="2025-03-23T16:35:47.580" v="3272" actId="47"/>
        <pc:sldMkLst>
          <pc:docMk/>
          <pc:sldMk cId="3003251909" sldId="291"/>
        </pc:sldMkLst>
      </pc:sldChg>
      <pc:sldChg chg="addSp delSp modSp new mod">
        <pc:chgData name="Lennox Tweyo" userId="d68fa22a41358e4f" providerId="LiveId" clId="{EBF62215-6890-4DB1-AE88-B383D56EF55E}" dt="2025-03-23T16:09:56.426" v="2158" actId="1076"/>
        <pc:sldMkLst>
          <pc:docMk/>
          <pc:sldMk cId="1269861200" sldId="292"/>
        </pc:sldMkLst>
        <pc:spChg chg="mod">
          <ac:chgData name="Lennox Tweyo" userId="d68fa22a41358e4f" providerId="LiveId" clId="{EBF62215-6890-4DB1-AE88-B383D56EF55E}" dt="2025-03-23T16:09:56.426" v="2158" actId="1076"/>
          <ac:spMkLst>
            <pc:docMk/>
            <pc:sldMk cId="1269861200" sldId="292"/>
            <ac:spMk id="2" creationId="{5DD65CCF-2EFA-A5A7-E5F5-5114C5C8CAA9}"/>
          </ac:spMkLst>
        </pc:spChg>
        <pc:spChg chg="del">
          <ac:chgData name="Lennox Tweyo" userId="d68fa22a41358e4f" providerId="LiveId" clId="{EBF62215-6890-4DB1-AE88-B383D56EF55E}" dt="2025-03-23T14:49:08.034" v="564" actId="478"/>
          <ac:spMkLst>
            <pc:docMk/>
            <pc:sldMk cId="1269861200" sldId="292"/>
            <ac:spMk id="4" creationId="{D3C4891C-CD38-C45D-225E-AD534DE33B93}"/>
          </ac:spMkLst>
        </pc:spChg>
        <pc:spChg chg="del">
          <ac:chgData name="Lennox Tweyo" userId="d68fa22a41358e4f" providerId="LiveId" clId="{EBF62215-6890-4DB1-AE88-B383D56EF55E}" dt="2025-03-23T14:49:10.822" v="565" actId="478"/>
          <ac:spMkLst>
            <pc:docMk/>
            <pc:sldMk cId="1269861200" sldId="292"/>
            <ac:spMk id="5" creationId="{29AF3DE3-80B6-4442-7127-37CD85E48E02}"/>
          </ac:spMkLst>
        </pc:spChg>
        <pc:spChg chg="add del mod">
          <ac:chgData name="Lennox Tweyo" userId="d68fa22a41358e4f" providerId="LiveId" clId="{EBF62215-6890-4DB1-AE88-B383D56EF55E}" dt="2025-03-23T14:50:27.526" v="615"/>
          <ac:spMkLst>
            <pc:docMk/>
            <pc:sldMk cId="1269861200" sldId="292"/>
            <ac:spMk id="6" creationId="{8650458C-E834-1EB1-0751-58CF9E2380F1}"/>
          </ac:spMkLst>
        </pc:spChg>
        <pc:grpChg chg="add del mod">
          <ac:chgData name="Lennox Tweyo" userId="d68fa22a41358e4f" providerId="LiveId" clId="{EBF62215-6890-4DB1-AE88-B383D56EF55E}" dt="2025-03-23T14:52:53.583" v="670"/>
          <ac:grpSpMkLst>
            <pc:docMk/>
            <pc:sldMk cId="1269861200" sldId="292"/>
            <ac:grpSpMk id="13" creationId="{4BBB7084-19BE-C22D-83DD-47D65B666372}"/>
          </ac:grpSpMkLst>
        </pc:grpChg>
        <pc:grpChg chg="mod">
          <ac:chgData name="Lennox Tweyo" userId="d68fa22a41358e4f" providerId="LiveId" clId="{EBF62215-6890-4DB1-AE88-B383D56EF55E}" dt="2025-03-23T14:52:52.985" v="667"/>
          <ac:grpSpMkLst>
            <pc:docMk/>
            <pc:sldMk cId="1269861200" sldId="292"/>
            <ac:grpSpMk id="16" creationId="{67BC9957-83BB-85CF-55E8-88D8D993836D}"/>
          </ac:grpSpMkLst>
        </pc:grpChg>
        <pc:grpChg chg="add del mod">
          <ac:chgData name="Lennox Tweyo" userId="d68fa22a41358e4f" providerId="LiveId" clId="{EBF62215-6890-4DB1-AE88-B383D56EF55E}" dt="2025-03-23T14:52:52.241" v="663"/>
          <ac:grpSpMkLst>
            <pc:docMk/>
            <pc:sldMk cId="1269861200" sldId="292"/>
            <ac:grpSpMk id="20" creationId="{D8A8DA6B-981E-66BE-4AE9-0F6E738F8DD6}"/>
          </ac:grpSpMkLst>
        </pc:grpChg>
        <pc:grpChg chg="mod">
          <ac:chgData name="Lennox Tweyo" userId="d68fa22a41358e4f" providerId="LiveId" clId="{EBF62215-6890-4DB1-AE88-B383D56EF55E}" dt="2025-03-23T14:52:52.032" v="661"/>
          <ac:grpSpMkLst>
            <pc:docMk/>
            <pc:sldMk cId="1269861200" sldId="292"/>
            <ac:grpSpMk id="22" creationId="{CD953441-D995-AE20-667D-EAA752D287EF}"/>
          </ac:grpSpMkLst>
        </pc:grpChg>
        <pc:grpChg chg="add del mod">
          <ac:chgData name="Lennox Tweyo" userId="d68fa22a41358e4f" providerId="LiveId" clId="{EBF62215-6890-4DB1-AE88-B383D56EF55E}" dt="2025-03-23T14:52:50.785" v="656"/>
          <ac:grpSpMkLst>
            <pc:docMk/>
            <pc:sldMk cId="1269861200" sldId="292"/>
            <ac:grpSpMk id="27" creationId="{F947A82E-1C32-CA77-E4BD-7FFE581ECB5D}"/>
          </ac:grpSpMkLst>
        </pc:grpChg>
        <pc:grpChg chg="mod">
          <ac:chgData name="Lennox Tweyo" userId="d68fa22a41358e4f" providerId="LiveId" clId="{EBF62215-6890-4DB1-AE88-B383D56EF55E}" dt="2025-03-23T14:52:50.527" v="654"/>
          <ac:grpSpMkLst>
            <pc:docMk/>
            <pc:sldMk cId="1269861200" sldId="292"/>
            <ac:grpSpMk id="29" creationId="{394B5D13-15B3-611C-6BCB-9A351502A249}"/>
          </ac:grpSpMkLst>
        </pc:grpChg>
        <pc:picChg chg="add mod">
          <ac:chgData name="Lennox Tweyo" userId="d68fa22a41358e4f" providerId="LiveId" clId="{EBF62215-6890-4DB1-AE88-B383D56EF55E}" dt="2025-03-23T14:51:10.143" v="623" actId="14100"/>
          <ac:picMkLst>
            <pc:docMk/>
            <pc:sldMk cId="1269861200" sldId="292"/>
            <ac:picMk id="8" creationId="{65B57419-CE24-B41D-667B-47FAAD4970D0}"/>
          </ac:picMkLst>
        </pc:picChg>
        <pc:inkChg chg="add del">
          <ac:chgData name="Lennox Tweyo" userId="d68fa22a41358e4f" providerId="LiveId" clId="{EBF62215-6890-4DB1-AE88-B383D56EF55E}" dt="2025-03-23T14:52:54.913" v="673" actId="9405"/>
          <ac:inkMkLst>
            <pc:docMk/>
            <pc:sldMk cId="1269861200" sldId="292"/>
            <ac:inkMk id="9" creationId="{1B822031-F054-2FDC-A347-EC73932B40FA}"/>
          </ac:inkMkLst>
        </pc:inkChg>
        <pc:inkChg chg="add del">
          <ac:chgData name="Lennox Tweyo" userId="d68fa22a41358e4f" providerId="LiveId" clId="{EBF62215-6890-4DB1-AE88-B383D56EF55E}" dt="2025-03-23T14:52:54.406" v="672" actId="9405"/>
          <ac:inkMkLst>
            <pc:docMk/>
            <pc:sldMk cId="1269861200" sldId="292"/>
            <ac:inkMk id="10" creationId="{6E93BA55-3DE4-C073-A047-76FEB505CB3C}"/>
          </ac:inkMkLst>
        </pc:inkChg>
        <pc:inkChg chg="add del mod">
          <ac:chgData name="Lennox Tweyo" userId="d68fa22a41358e4f" providerId="LiveId" clId="{EBF62215-6890-4DB1-AE88-B383D56EF55E}" dt="2025-03-23T14:52:53.998" v="671" actId="9405"/>
          <ac:inkMkLst>
            <pc:docMk/>
            <pc:sldMk cId="1269861200" sldId="292"/>
            <ac:inkMk id="11" creationId="{07095913-D3F0-A1AA-87FE-1136303C9F89}"/>
          </ac:inkMkLst>
        </pc:inkChg>
        <pc:inkChg chg="add del mod">
          <ac:chgData name="Lennox Tweyo" userId="d68fa22a41358e4f" providerId="LiveId" clId="{EBF62215-6890-4DB1-AE88-B383D56EF55E}" dt="2025-03-23T14:52:53.583" v="670"/>
          <ac:inkMkLst>
            <pc:docMk/>
            <pc:sldMk cId="1269861200" sldId="292"/>
            <ac:inkMk id="12" creationId="{9A7F5749-B025-2937-8814-1A69E4F9B88F}"/>
          </ac:inkMkLst>
        </pc:inkChg>
        <pc:inkChg chg="add del mod">
          <ac:chgData name="Lennox Tweyo" userId="d68fa22a41358e4f" providerId="LiveId" clId="{EBF62215-6890-4DB1-AE88-B383D56EF55E}" dt="2025-03-23T14:52:53.284" v="668" actId="9405"/>
          <ac:inkMkLst>
            <pc:docMk/>
            <pc:sldMk cId="1269861200" sldId="292"/>
            <ac:inkMk id="14" creationId="{54281706-6D96-B66E-0B52-4354B83DE33F}"/>
          </ac:inkMkLst>
        </pc:inkChg>
        <pc:inkChg chg="add del mod">
          <ac:chgData name="Lennox Tweyo" userId="d68fa22a41358e4f" providerId="LiveId" clId="{EBF62215-6890-4DB1-AE88-B383D56EF55E}" dt="2025-03-23T14:52:52.985" v="667"/>
          <ac:inkMkLst>
            <pc:docMk/>
            <pc:sldMk cId="1269861200" sldId="292"/>
            <ac:inkMk id="15" creationId="{D23C8A58-608E-692E-1C3F-E8D8DEC32722}"/>
          </ac:inkMkLst>
        </pc:inkChg>
        <pc:inkChg chg="add del mod">
          <ac:chgData name="Lennox Tweyo" userId="d68fa22a41358e4f" providerId="LiveId" clId="{EBF62215-6890-4DB1-AE88-B383D56EF55E}" dt="2025-03-23T14:52:52.719" v="665" actId="9405"/>
          <ac:inkMkLst>
            <pc:docMk/>
            <pc:sldMk cId="1269861200" sldId="292"/>
            <ac:inkMk id="17" creationId="{BBF781DD-355F-1673-B9E3-6F678C58C267}"/>
          </ac:inkMkLst>
        </pc:inkChg>
        <pc:inkChg chg="add del mod">
          <ac:chgData name="Lennox Tweyo" userId="d68fa22a41358e4f" providerId="LiveId" clId="{EBF62215-6890-4DB1-AE88-B383D56EF55E}" dt="2025-03-23T14:52:52.495" v="664" actId="9405"/>
          <ac:inkMkLst>
            <pc:docMk/>
            <pc:sldMk cId="1269861200" sldId="292"/>
            <ac:inkMk id="18" creationId="{D9529FAA-321A-8F56-C275-8CB0ED8463EF}"/>
          </ac:inkMkLst>
        </pc:inkChg>
        <pc:inkChg chg="add del mod">
          <ac:chgData name="Lennox Tweyo" userId="d68fa22a41358e4f" providerId="LiveId" clId="{EBF62215-6890-4DB1-AE88-B383D56EF55E}" dt="2025-03-23T14:52:52.241" v="663"/>
          <ac:inkMkLst>
            <pc:docMk/>
            <pc:sldMk cId="1269861200" sldId="292"/>
            <ac:inkMk id="19" creationId="{0B52C2F8-2584-D546-325D-B4B12230913F}"/>
          </ac:inkMkLst>
        </pc:inkChg>
        <pc:inkChg chg="add del mod">
          <ac:chgData name="Lennox Tweyo" userId="d68fa22a41358e4f" providerId="LiveId" clId="{EBF62215-6890-4DB1-AE88-B383D56EF55E}" dt="2025-03-23T14:52:52.032" v="661"/>
          <ac:inkMkLst>
            <pc:docMk/>
            <pc:sldMk cId="1269861200" sldId="292"/>
            <ac:inkMk id="21" creationId="{709EF652-057B-3DE3-910C-807BAE53758B}"/>
          </ac:inkMkLst>
        </pc:inkChg>
        <pc:inkChg chg="add del">
          <ac:chgData name="Lennox Tweyo" userId="d68fa22a41358e4f" providerId="LiveId" clId="{EBF62215-6890-4DB1-AE88-B383D56EF55E}" dt="2025-03-23T14:52:51.770" v="659" actId="9405"/>
          <ac:inkMkLst>
            <pc:docMk/>
            <pc:sldMk cId="1269861200" sldId="292"/>
            <ac:inkMk id="23" creationId="{FAE0EEC0-B8AD-E9EC-C313-1A88FAF62264}"/>
          </ac:inkMkLst>
        </pc:inkChg>
        <pc:inkChg chg="add del">
          <ac:chgData name="Lennox Tweyo" userId="d68fa22a41358e4f" providerId="LiveId" clId="{EBF62215-6890-4DB1-AE88-B383D56EF55E}" dt="2025-03-23T14:52:51.379" v="658" actId="9405"/>
          <ac:inkMkLst>
            <pc:docMk/>
            <pc:sldMk cId="1269861200" sldId="292"/>
            <ac:inkMk id="24" creationId="{9AA7437E-E1A1-8DF2-86D7-372F10CB4B10}"/>
          </ac:inkMkLst>
        </pc:inkChg>
        <pc:inkChg chg="add del mod">
          <ac:chgData name="Lennox Tweyo" userId="d68fa22a41358e4f" providerId="LiveId" clId="{EBF62215-6890-4DB1-AE88-B383D56EF55E}" dt="2025-03-23T14:52:51.067" v="657" actId="9405"/>
          <ac:inkMkLst>
            <pc:docMk/>
            <pc:sldMk cId="1269861200" sldId="292"/>
            <ac:inkMk id="25" creationId="{F8C792D5-E968-7925-6937-F501FE247EE3}"/>
          </ac:inkMkLst>
        </pc:inkChg>
        <pc:inkChg chg="add del mod">
          <ac:chgData name="Lennox Tweyo" userId="d68fa22a41358e4f" providerId="LiveId" clId="{EBF62215-6890-4DB1-AE88-B383D56EF55E}" dt="2025-03-23T14:52:50.785" v="656"/>
          <ac:inkMkLst>
            <pc:docMk/>
            <pc:sldMk cId="1269861200" sldId="292"/>
            <ac:inkMk id="26" creationId="{98F18E13-DE94-BF89-0CFF-572332E4B06B}"/>
          </ac:inkMkLst>
        </pc:inkChg>
        <pc:inkChg chg="add del mod">
          <ac:chgData name="Lennox Tweyo" userId="d68fa22a41358e4f" providerId="LiveId" clId="{EBF62215-6890-4DB1-AE88-B383D56EF55E}" dt="2025-03-23T14:52:50.527" v="654"/>
          <ac:inkMkLst>
            <pc:docMk/>
            <pc:sldMk cId="1269861200" sldId="292"/>
            <ac:inkMk id="28" creationId="{34CADEFF-F04E-18D9-9840-38983FA7F1FB}"/>
          </ac:inkMkLst>
        </pc:inkChg>
        <pc:inkChg chg="add del">
          <ac:chgData name="Lennox Tweyo" userId="d68fa22a41358e4f" providerId="LiveId" clId="{EBF62215-6890-4DB1-AE88-B383D56EF55E}" dt="2025-03-23T14:52:50.275" v="652" actId="9405"/>
          <ac:inkMkLst>
            <pc:docMk/>
            <pc:sldMk cId="1269861200" sldId="292"/>
            <ac:inkMk id="30" creationId="{9DA5E1ED-4E38-7543-5783-4E28235221D1}"/>
          </ac:inkMkLst>
        </pc:inkChg>
        <pc:inkChg chg="add mod">
          <ac:chgData name="Lennox Tweyo" userId="d68fa22a41358e4f" providerId="LiveId" clId="{EBF62215-6890-4DB1-AE88-B383D56EF55E}" dt="2025-03-23T14:52:49.533" v="650"/>
          <ac:inkMkLst>
            <pc:docMk/>
            <pc:sldMk cId="1269861200" sldId="292"/>
            <ac:inkMk id="31" creationId="{1A75E7EC-4E49-328F-CD5B-F4CBA3A70DBB}"/>
          </ac:inkMkLst>
        </pc:inkChg>
        <pc:inkChg chg="add del">
          <ac:chgData name="Lennox Tweyo" userId="d68fa22a41358e4f" providerId="LiveId" clId="{EBF62215-6890-4DB1-AE88-B383D56EF55E}" dt="2025-03-23T14:52:49.182" v="649" actId="9405"/>
          <ac:inkMkLst>
            <pc:docMk/>
            <pc:sldMk cId="1269861200" sldId="292"/>
            <ac:inkMk id="32" creationId="{524AA039-38E8-4B42-2E31-9E6E3CBE4D68}"/>
          </ac:inkMkLst>
        </pc:inkChg>
        <pc:inkChg chg="add">
          <ac:chgData name="Lennox Tweyo" userId="d68fa22a41358e4f" providerId="LiveId" clId="{EBF62215-6890-4DB1-AE88-B383D56EF55E}" dt="2025-03-23T14:52:56.851" v="674" actId="9405"/>
          <ac:inkMkLst>
            <pc:docMk/>
            <pc:sldMk cId="1269861200" sldId="292"/>
            <ac:inkMk id="33" creationId="{9103FC49-A75E-B0D3-97FE-8154C2A9E9CD}"/>
          </ac:inkMkLst>
        </pc:inkChg>
        <pc:inkChg chg="add">
          <ac:chgData name="Lennox Tweyo" userId="d68fa22a41358e4f" providerId="LiveId" clId="{EBF62215-6890-4DB1-AE88-B383D56EF55E}" dt="2025-03-23T14:53:08.174" v="675" actId="9405"/>
          <ac:inkMkLst>
            <pc:docMk/>
            <pc:sldMk cId="1269861200" sldId="292"/>
            <ac:inkMk id="34" creationId="{9601D5FC-51FC-F2EE-CFEE-BB837B72118E}"/>
          </ac:inkMkLst>
        </pc:inkChg>
      </pc:sldChg>
      <pc:sldChg chg="del">
        <pc:chgData name="Lennox Tweyo" userId="d68fa22a41358e4f" providerId="LiveId" clId="{EBF62215-6890-4DB1-AE88-B383D56EF55E}" dt="2025-03-23T14:28:50.889" v="10" actId="47"/>
        <pc:sldMkLst>
          <pc:docMk/>
          <pc:sldMk cId="2390678392" sldId="292"/>
        </pc:sldMkLst>
      </pc:sldChg>
      <pc:sldChg chg="addSp delSp modSp new mod">
        <pc:chgData name="Lennox Tweyo" userId="d68fa22a41358e4f" providerId="LiveId" clId="{EBF62215-6890-4DB1-AE88-B383D56EF55E}" dt="2025-03-23T16:10:14.571" v="2159" actId="20577"/>
        <pc:sldMkLst>
          <pc:docMk/>
          <pc:sldMk cId="853872245" sldId="293"/>
        </pc:sldMkLst>
        <pc:spChg chg="mod">
          <ac:chgData name="Lennox Tweyo" userId="d68fa22a41358e4f" providerId="LiveId" clId="{EBF62215-6890-4DB1-AE88-B383D56EF55E}" dt="2025-03-23T16:10:14.571" v="2159" actId="20577"/>
          <ac:spMkLst>
            <pc:docMk/>
            <pc:sldMk cId="853872245" sldId="293"/>
            <ac:spMk id="2" creationId="{D5F1BFF9-C788-4C48-0A14-E4028F0C1208}"/>
          </ac:spMkLst>
        </pc:spChg>
        <pc:spChg chg="del">
          <ac:chgData name="Lennox Tweyo" userId="d68fa22a41358e4f" providerId="LiveId" clId="{EBF62215-6890-4DB1-AE88-B383D56EF55E}" dt="2025-03-23T14:54:21.933" v="699" actId="931"/>
          <ac:spMkLst>
            <pc:docMk/>
            <pc:sldMk cId="853872245" sldId="293"/>
            <ac:spMk id="4" creationId="{BF0A1E93-725F-DC64-3959-A1858042E1F9}"/>
          </ac:spMkLst>
        </pc:spChg>
        <pc:spChg chg="del">
          <ac:chgData name="Lennox Tweyo" userId="d68fa22a41358e4f" providerId="LiveId" clId="{EBF62215-6890-4DB1-AE88-B383D56EF55E}" dt="2025-03-23T14:54:33.336" v="702" actId="931"/>
          <ac:spMkLst>
            <pc:docMk/>
            <pc:sldMk cId="853872245" sldId="293"/>
            <ac:spMk id="5" creationId="{4D677CEE-CE44-B51B-A7BE-0F536FB882A4}"/>
          </ac:spMkLst>
        </pc:spChg>
        <pc:spChg chg="add mod">
          <ac:chgData name="Lennox Tweyo" userId="d68fa22a41358e4f" providerId="LiveId" clId="{EBF62215-6890-4DB1-AE88-B383D56EF55E}" dt="2025-03-23T14:56:04.866" v="749" actId="20577"/>
          <ac:spMkLst>
            <pc:docMk/>
            <pc:sldMk cId="853872245" sldId="293"/>
            <ac:spMk id="10" creationId="{979FBF72-A16E-4384-453B-61EA463BA927}"/>
          </ac:spMkLst>
        </pc:spChg>
        <pc:spChg chg="add mod">
          <ac:chgData name="Lennox Tweyo" userId="d68fa22a41358e4f" providerId="LiveId" clId="{EBF62215-6890-4DB1-AE88-B383D56EF55E}" dt="2025-03-23T15:07:29.650" v="990" actId="1076"/>
          <ac:spMkLst>
            <pc:docMk/>
            <pc:sldMk cId="853872245" sldId="293"/>
            <ac:spMk id="11" creationId="{D916DB3F-0AE3-EBEC-41C7-0C92161FC5B1}"/>
          </ac:spMkLst>
        </pc:spChg>
        <pc:picChg chg="add mod">
          <ac:chgData name="Lennox Tweyo" userId="d68fa22a41358e4f" providerId="LiveId" clId="{EBF62215-6890-4DB1-AE88-B383D56EF55E}" dt="2025-03-23T14:55:15.302" v="711" actId="14100"/>
          <ac:picMkLst>
            <pc:docMk/>
            <pc:sldMk cId="853872245" sldId="293"/>
            <ac:picMk id="7" creationId="{5398433D-A784-E9A3-85F2-99A49133164C}"/>
          </ac:picMkLst>
        </pc:picChg>
        <pc:picChg chg="add mod">
          <ac:chgData name="Lennox Tweyo" userId="d68fa22a41358e4f" providerId="LiveId" clId="{EBF62215-6890-4DB1-AE88-B383D56EF55E}" dt="2025-03-23T14:55:08.621" v="710" actId="14100"/>
          <ac:picMkLst>
            <pc:docMk/>
            <pc:sldMk cId="853872245" sldId="293"/>
            <ac:picMk id="9" creationId="{C31071A9-69F2-19FC-8530-6814DCA8148D}"/>
          </ac:picMkLst>
        </pc:picChg>
      </pc:sldChg>
      <pc:sldChg chg="addSp delSp modSp new mod">
        <pc:chgData name="Lennox Tweyo" userId="d68fa22a41358e4f" providerId="LiveId" clId="{EBF62215-6890-4DB1-AE88-B383D56EF55E}" dt="2025-03-23T15:00:41.382" v="939" actId="14100"/>
        <pc:sldMkLst>
          <pc:docMk/>
          <pc:sldMk cId="2885768666" sldId="294"/>
        </pc:sldMkLst>
        <pc:spChg chg="mod">
          <ac:chgData name="Lennox Tweyo" userId="d68fa22a41358e4f" providerId="LiveId" clId="{EBF62215-6890-4DB1-AE88-B383D56EF55E}" dt="2025-03-23T14:58:08.422" v="851" actId="20577"/>
          <ac:spMkLst>
            <pc:docMk/>
            <pc:sldMk cId="2885768666" sldId="294"/>
            <ac:spMk id="2" creationId="{3FC3F64A-46F6-3BA4-80BE-5226A9A80BDE}"/>
          </ac:spMkLst>
        </pc:spChg>
        <pc:spChg chg="del">
          <ac:chgData name="Lennox Tweyo" userId="d68fa22a41358e4f" providerId="LiveId" clId="{EBF62215-6890-4DB1-AE88-B383D56EF55E}" dt="2025-03-23T14:57:38.490" v="827" actId="931"/>
          <ac:spMkLst>
            <pc:docMk/>
            <pc:sldMk cId="2885768666" sldId="294"/>
            <ac:spMk id="4" creationId="{B3F1A276-B822-4E3A-2770-ADBD1EDF9E69}"/>
          </ac:spMkLst>
        </pc:spChg>
        <pc:spChg chg="del">
          <ac:chgData name="Lennox Tweyo" userId="d68fa22a41358e4f" providerId="LiveId" clId="{EBF62215-6890-4DB1-AE88-B383D56EF55E}" dt="2025-03-23T14:57:52.645" v="830" actId="931"/>
          <ac:spMkLst>
            <pc:docMk/>
            <pc:sldMk cId="2885768666" sldId="294"/>
            <ac:spMk id="5" creationId="{B0B4E589-FD61-0D04-E3BF-0BBB59805D6C}"/>
          </ac:spMkLst>
        </pc:spChg>
        <pc:spChg chg="add mod">
          <ac:chgData name="Lennox Tweyo" userId="d68fa22a41358e4f" providerId="LiveId" clId="{EBF62215-6890-4DB1-AE88-B383D56EF55E}" dt="2025-03-23T15:00:41.382" v="939" actId="14100"/>
          <ac:spMkLst>
            <pc:docMk/>
            <pc:sldMk cId="2885768666" sldId="294"/>
            <ac:spMk id="10" creationId="{9F3F4CF4-F581-752E-B4E8-DDD26919B281}"/>
          </ac:spMkLst>
        </pc:spChg>
        <pc:spChg chg="add mod">
          <ac:chgData name="Lennox Tweyo" userId="d68fa22a41358e4f" providerId="LiveId" clId="{EBF62215-6890-4DB1-AE88-B383D56EF55E}" dt="2025-03-23T15:00:26.721" v="937" actId="1076"/>
          <ac:spMkLst>
            <pc:docMk/>
            <pc:sldMk cId="2885768666" sldId="294"/>
            <ac:spMk id="11" creationId="{A4E3AD14-3929-FF6E-0FBC-13C7398254E5}"/>
          </ac:spMkLst>
        </pc:spChg>
        <pc:picChg chg="add mod">
          <ac:chgData name="Lennox Tweyo" userId="d68fa22a41358e4f" providerId="LiveId" clId="{EBF62215-6890-4DB1-AE88-B383D56EF55E}" dt="2025-03-23T15:00:19.177" v="935" actId="1076"/>
          <ac:picMkLst>
            <pc:docMk/>
            <pc:sldMk cId="2885768666" sldId="294"/>
            <ac:picMk id="7" creationId="{1DAE8D16-E394-8FCB-8C46-BAEDC85732BC}"/>
          </ac:picMkLst>
        </pc:picChg>
        <pc:picChg chg="add mod">
          <ac:chgData name="Lennox Tweyo" userId="d68fa22a41358e4f" providerId="LiveId" clId="{EBF62215-6890-4DB1-AE88-B383D56EF55E}" dt="2025-03-23T15:00:21.579" v="936" actId="1076"/>
          <ac:picMkLst>
            <pc:docMk/>
            <pc:sldMk cId="2885768666" sldId="294"/>
            <ac:picMk id="9" creationId="{17ED2090-3E24-A42E-6367-BDC4507D6245}"/>
          </ac:picMkLst>
        </pc:picChg>
      </pc:sldChg>
      <pc:sldChg chg="addSp delSp modSp new mod">
        <pc:chgData name="Lennox Tweyo" userId="d68fa22a41358e4f" providerId="LiveId" clId="{EBF62215-6890-4DB1-AE88-B383D56EF55E}" dt="2025-03-23T16:04:24.854" v="2029" actId="1076"/>
        <pc:sldMkLst>
          <pc:docMk/>
          <pc:sldMk cId="104223149" sldId="295"/>
        </pc:sldMkLst>
        <pc:spChg chg="mod">
          <ac:chgData name="Lennox Tweyo" userId="d68fa22a41358e4f" providerId="LiveId" clId="{EBF62215-6890-4DB1-AE88-B383D56EF55E}" dt="2025-03-23T15:07:00.625" v="988" actId="14100"/>
          <ac:spMkLst>
            <pc:docMk/>
            <pc:sldMk cId="104223149" sldId="295"/>
            <ac:spMk id="2" creationId="{34230CE6-CECA-3116-50D2-7E0F715F73DC}"/>
          </ac:spMkLst>
        </pc:spChg>
        <pc:spChg chg="del">
          <ac:chgData name="Lennox Tweyo" userId="d68fa22a41358e4f" providerId="LiveId" clId="{EBF62215-6890-4DB1-AE88-B383D56EF55E}" dt="2025-03-23T15:06:31.169" v="978" actId="931"/>
          <ac:spMkLst>
            <pc:docMk/>
            <pc:sldMk cId="104223149" sldId="295"/>
            <ac:spMk id="4" creationId="{9789F084-1188-56D1-7653-D24840A2B2D0}"/>
          </ac:spMkLst>
        </pc:spChg>
        <pc:spChg chg="del">
          <ac:chgData name="Lennox Tweyo" userId="d68fa22a41358e4f" providerId="LiveId" clId="{EBF62215-6890-4DB1-AE88-B383D56EF55E}" dt="2025-03-23T15:06:41.298" v="981" actId="478"/>
          <ac:spMkLst>
            <pc:docMk/>
            <pc:sldMk cId="104223149" sldId="295"/>
            <ac:spMk id="5" creationId="{52AC70FE-370C-D371-B5DB-D747F13B0795}"/>
          </ac:spMkLst>
        </pc:spChg>
        <pc:spChg chg="add mod">
          <ac:chgData name="Lennox Tweyo" userId="d68fa22a41358e4f" providerId="LiveId" clId="{EBF62215-6890-4DB1-AE88-B383D56EF55E}" dt="2025-03-23T16:04:24.854" v="2029" actId="1076"/>
          <ac:spMkLst>
            <pc:docMk/>
            <pc:sldMk cId="104223149" sldId="295"/>
            <ac:spMk id="8" creationId="{E19B4931-6EE7-D4C7-5FF3-2D619C181D9F}"/>
          </ac:spMkLst>
        </pc:spChg>
        <pc:picChg chg="add mod modCrop">
          <ac:chgData name="Lennox Tweyo" userId="d68fa22a41358e4f" providerId="LiveId" clId="{EBF62215-6890-4DB1-AE88-B383D56EF55E}" dt="2025-03-23T16:04:20.343" v="2028" actId="1076"/>
          <ac:picMkLst>
            <pc:docMk/>
            <pc:sldMk cId="104223149" sldId="295"/>
            <ac:picMk id="7" creationId="{8A02BFDA-C20D-149E-ACC2-3442AEC1425A}"/>
          </ac:picMkLst>
        </pc:picChg>
      </pc:sldChg>
      <pc:sldChg chg="addSp delSp modSp new mod">
        <pc:chgData name="Lennox Tweyo" userId="d68fa22a41358e4f" providerId="LiveId" clId="{EBF62215-6890-4DB1-AE88-B383D56EF55E}" dt="2025-03-23T16:09:21.780" v="2155" actId="20577"/>
        <pc:sldMkLst>
          <pc:docMk/>
          <pc:sldMk cId="3796225191" sldId="296"/>
        </pc:sldMkLst>
        <pc:spChg chg="mod">
          <ac:chgData name="Lennox Tweyo" userId="d68fa22a41358e4f" providerId="LiveId" clId="{EBF62215-6890-4DB1-AE88-B383D56EF55E}" dt="2025-03-23T15:23:09.207" v="1090" actId="27636"/>
          <ac:spMkLst>
            <pc:docMk/>
            <pc:sldMk cId="3796225191" sldId="296"/>
            <ac:spMk id="2" creationId="{24CE320F-2A9D-CCF8-3DFD-8B211803F387}"/>
          </ac:spMkLst>
        </pc:spChg>
        <pc:spChg chg="mod">
          <ac:chgData name="Lennox Tweyo" userId="d68fa22a41358e4f" providerId="LiveId" clId="{EBF62215-6890-4DB1-AE88-B383D56EF55E}" dt="2025-03-23T16:08:00.696" v="2045" actId="14100"/>
          <ac:spMkLst>
            <pc:docMk/>
            <pc:sldMk cId="3796225191" sldId="296"/>
            <ac:spMk id="4" creationId="{96C386C6-2DA9-2C72-30DF-50CA5DC90885}"/>
          </ac:spMkLst>
        </pc:spChg>
        <pc:spChg chg="del">
          <ac:chgData name="Lennox Tweyo" userId="d68fa22a41358e4f" providerId="LiveId" clId="{EBF62215-6890-4DB1-AE88-B383D56EF55E}" dt="2025-03-23T15:22:25.360" v="1058" actId="21"/>
          <ac:spMkLst>
            <pc:docMk/>
            <pc:sldMk cId="3796225191" sldId="296"/>
            <ac:spMk id="5" creationId="{D385AFAA-B2B2-00AF-F3BD-C7F9044E92AF}"/>
          </ac:spMkLst>
        </pc:spChg>
        <pc:spChg chg="add del mod">
          <ac:chgData name="Lennox Tweyo" userId="d68fa22a41358e4f" providerId="LiveId" clId="{EBF62215-6890-4DB1-AE88-B383D56EF55E}" dt="2025-03-23T15:41:16.322" v="1624"/>
          <ac:spMkLst>
            <pc:docMk/>
            <pc:sldMk cId="3796225191" sldId="296"/>
            <ac:spMk id="6" creationId="{C0178E19-E45E-9FE2-B6BC-AEF689A63755}"/>
          </ac:spMkLst>
        </pc:spChg>
        <pc:spChg chg="add mod">
          <ac:chgData name="Lennox Tweyo" userId="d68fa22a41358e4f" providerId="LiveId" clId="{EBF62215-6890-4DB1-AE88-B383D56EF55E}" dt="2025-03-23T15:38:24.573" v="1374" actId="164"/>
          <ac:spMkLst>
            <pc:docMk/>
            <pc:sldMk cId="3796225191" sldId="296"/>
            <ac:spMk id="12" creationId="{C76F8B7E-612A-59BF-5348-549F961C4F1B}"/>
          </ac:spMkLst>
        </pc:spChg>
        <pc:spChg chg="add mod">
          <ac:chgData name="Lennox Tweyo" userId="d68fa22a41358e4f" providerId="LiveId" clId="{EBF62215-6890-4DB1-AE88-B383D56EF55E}" dt="2025-03-23T15:38:24.573" v="1374" actId="164"/>
          <ac:spMkLst>
            <pc:docMk/>
            <pc:sldMk cId="3796225191" sldId="296"/>
            <ac:spMk id="13" creationId="{2113DBF4-B7C7-996B-5356-D60C3A455FAF}"/>
          </ac:spMkLst>
        </pc:spChg>
        <pc:spChg chg="add mod">
          <ac:chgData name="Lennox Tweyo" userId="d68fa22a41358e4f" providerId="LiveId" clId="{EBF62215-6890-4DB1-AE88-B383D56EF55E}" dt="2025-03-23T16:09:21.780" v="2155" actId="20577"/>
          <ac:spMkLst>
            <pc:docMk/>
            <pc:sldMk cId="3796225191" sldId="296"/>
            <ac:spMk id="27" creationId="{5456E743-239F-32E4-FEE5-8492FFE7CB63}"/>
          </ac:spMkLst>
        </pc:spChg>
        <pc:spChg chg="add mod">
          <ac:chgData name="Lennox Tweyo" userId="d68fa22a41358e4f" providerId="LiveId" clId="{EBF62215-6890-4DB1-AE88-B383D56EF55E}" dt="2025-03-23T16:05:47.029" v="2037" actId="1076"/>
          <ac:spMkLst>
            <pc:docMk/>
            <pc:sldMk cId="3796225191" sldId="296"/>
            <ac:spMk id="28" creationId="{16D2CE5C-3D1A-2D25-1435-D319A53055F5}"/>
          </ac:spMkLst>
        </pc:spChg>
        <pc:spChg chg="add mod">
          <ac:chgData name="Lennox Tweyo" userId="d68fa22a41358e4f" providerId="LiveId" clId="{EBF62215-6890-4DB1-AE88-B383D56EF55E}" dt="2025-03-23T16:06:30.473" v="2044" actId="1076"/>
          <ac:spMkLst>
            <pc:docMk/>
            <pc:sldMk cId="3796225191" sldId="296"/>
            <ac:spMk id="29" creationId="{16A5A1E5-2EE4-F6E2-8D25-8D7AA74181AF}"/>
          </ac:spMkLst>
        </pc:spChg>
        <pc:grpChg chg="add mod">
          <ac:chgData name="Lennox Tweyo" userId="d68fa22a41358e4f" providerId="LiveId" clId="{EBF62215-6890-4DB1-AE88-B383D56EF55E}" dt="2025-03-23T15:38:39.998" v="1378" actId="14100"/>
          <ac:grpSpMkLst>
            <pc:docMk/>
            <pc:sldMk cId="3796225191" sldId="296"/>
            <ac:grpSpMk id="26" creationId="{75FB7715-8AAF-C9F0-6D00-88441CA0B8F1}"/>
          </ac:grpSpMkLst>
        </pc:grpChg>
        <pc:picChg chg="add mod">
          <ac:chgData name="Lennox Tweyo" userId="d68fa22a41358e4f" providerId="LiveId" clId="{EBF62215-6890-4DB1-AE88-B383D56EF55E}" dt="2025-03-23T15:38:24.573" v="1374" actId="164"/>
          <ac:picMkLst>
            <pc:docMk/>
            <pc:sldMk cId="3796225191" sldId="296"/>
            <ac:picMk id="8" creationId="{B4348EEA-7FF9-87D1-ED0C-9C34DE44F553}"/>
          </ac:picMkLst>
        </pc:picChg>
        <pc:cxnChg chg="add mod">
          <ac:chgData name="Lennox Tweyo" userId="d68fa22a41358e4f" providerId="LiveId" clId="{EBF62215-6890-4DB1-AE88-B383D56EF55E}" dt="2025-03-23T15:38:24.573" v="1374" actId="164"/>
          <ac:cxnSpMkLst>
            <pc:docMk/>
            <pc:sldMk cId="3796225191" sldId="296"/>
            <ac:cxnSpMk id="10" creationId="{AEA120A6-A8AF-1FF6-0209-BFBA197B8E12}"/>
          </ac:cxnSpMkLst>
        </pc:cxnChg>
        <pc:cxnChg chg="add mod">
          <ac:chgData name="Lennox Tweyo" userId="d68fa22a41358e4f" providerId="LiveId" clId="{EBF62215-6890-4DB1-AE88-B383D56EF55E}" dt="2025-03-23T15:38:24.573" v="1374" actId="164"/>
          <ac:cxnSpMkLst>
            <pc:docMk/>
            <pc:sldMk cId="3796225191" sldId="296"/>
            <ac:cxnSpMk id="15" creationId="{5D8BD808-49A7-1C4D-10D7-F64379035E84}"/>
          </ac:cxnSpMkLst>
        </pc:cxnChg>
        <pc:cxnChg chg="add mod">
          <ac:chgData name="Lennox Tweyo" userId="d68fa22a41358e4f" providerId="LiveId" clId="{EBF62215-6890-4DB1-AE88-B383D56EF55E}" dt="2025-03-23T15:38:24.573" v="1374" actId="164"/>
          <ac:cxnSpMkLst>
            <pc:docMk/>
            <pc:sldMk cId="3796225191" sldId="296"/>
            <ac:cxnSpMk id="18" creationId="{A82C8AFA-4FEA-D9EE-2465-3717E91908E5}"/>
          </ac:cxnSpMkLst>
        </pc:cxnChg>
        <pc:cxnChg chg="add mod">
          <ac:chgData name="Lennox Tweyo" userId="d68fa22a41358e4f" providerId="LiveId" clId="{EBF62215-6890-4DB1-AE88-B383D56EF55E}" dt="2025-03-23T15:38:24.573" v="1374" actId="164"/>
          <ac:cxnSpMkLst>
            <pc:docMk/>
            <pc:sldMk cId="3796225191" sldId="296"/>
            <ac:cxnSpMk id="20" creationId="{A140CFB7-C37D-6BD2-8418-599AB92BC199}"/>
          </ac:cxnSpMkLst>
        </pc:cxnChg>
        <pc:cxnChg chg="add mod">
          <ac:chgData name="Lennox Tweyo" userId="d68fa22a41358e4f" providerId="LiveId" clId="{EBF62215-6890-4DB1-AE88-B383D56EF55E}" dt="2025-03-23T15:38:24.573" v="1374" actId="164"/>
          <ac:cxnSpMkLst>
            <pc:docMk/>
            <pc:sldMk cId="3796225191" sldId="296"/>
            <ac:cxnSpMk id="22" creationId="{DC234C54-3E9B-B76F-5922-97AD853BA909}"/>
          </ac:cxnSpMkLst>
        </pc:cxnChg>
        <pc:cxnChg chg="add mod">
          <ac:chgData name="Lennox Tweyo" userId="d68fa22a41358e4f" providerId="LiveId" clId="{EBF62215-6890-4DB1-AE88-B383D56EF55E}" dt="2025-03-23T15:38:24.573" v="1374" actId="164"/>
          <ac:cxnSpMkLst>
            <pc:docMk/>
            <pc:sldMk cId="3796225191" sldId="296"/>
            <ac:cxnSpMk id="25" creationId="{572A48E4-C98D-A9CF-81BA-DAD9F35D0C10}"/>
          </ac:cxnSpMkLst>
        </pc:cxnChg>
      </pc:sldChg>
      <pc:sldChg chg="delSp modSp new mod">
        <pc:chgData name="Lennox Tweyo" userId="d68fa22a41358e4f" providerId="LiveId" clId="{EBF62215-6890-4DB1-AE88-B383D56EF55E}" dt="2025-03-23T16:29:06.903" v="2952" actId="1076"/>
        <pc:sldMkLst>
          <pc:docMk/>
          <pc:sldMk cId="3734395496" sldId="297"/>
        </pc:sldMkLst>
        <pc:spChg chg="mod">
          <ac:chgData name="Lennox Tweyo" userId="d68fa22a41358e4f" providerId="LiveId" clId="{EBF62215-6890-4DB1-AE88-B383D56EF55E}" dt="2025-03-23T16:28:59.439" v="2951" actId="1076"/>
          <ac:spMkLst>
            <pc:docMk/>
            <pc:sldMk cId="3734395496" sldId="297"/>
            <ac:spMk id="2" creationId="{13BBDC6F-2FEF-2065-A49E-3D21D9DBD99C}"/>
          </ac:spMkLst>
        </pc:spChg>
        <pc:spChg chg="mod">
          <ac:chgData name="Lennox Tweyo" userId="d68fa22a41358e4f" providerId="LiveId" clId="{EBF62215-6890-4DB1-AE88-B383D56EF55E}" dt="2025-03-23T16:29:06.903" v="2952" actId="1076"/>
          <ac:spMkLst>
            <pc:docMk/>
            <pc:sldMk cId="3734395496" sldId="297"/>
            <ac:spMk id="4" creationId="{897F2500-13FF-99DD-CB6D-99335A6A7EF8}"/>
          </ac:spMkLst>
        </pc:spChg>
        <pc:spChg chg="del">
          <ac:chgData name="Lennox Tweyo" userId="d68fa22a41358e4f" providerId="LiveId" clId="{EBF62215-6890-4DB1-AE88-B383D56EF55E}" dt="2025-03-23T16:08:47.107" v="2139" actId="478"/>
          <ac:spMkLst>
            <pc:docMk/>
            <pc:sldMk cId="3734395496" sldId="297"/>
            <ac:spMk id="5" creationId="{AD221222-33BD-2802-B36A-98E6D406C048}"/>
          </ac:spMkLst>
        </pc:spChg>
      </pc:sldChg>
      <pc:sldChg chg="delSp modSp new mod">
        <pc:chgData name="Lennox Tweyo" userId="d68fa22a41358e4f" providerId="LiveId" clId="{EBF62215-6890-4DB1-AE88-B383D56EF55E}" dt="2025-03-23T16:35:17.655" v="3270" actId="313"/>
        <pc:sldMkLst>
          <pc:docMk/>
          <pc:sldMk cId="987145119" sldId="298"/>
        </pc:sldMkLst>
        <pc:spChg chg="mod">
          <ac:chgData name="Lennox Tweyo" userId="d68fa22a41358e4f" providerId="LiveId" clId="{EBF62215-6890-4DB1-AE88-B383D56EF55E}" dt="2025-03-23T16:32:47.953" v="2960" actId="20577"/>
          <ac:spMkLst>
            <pc:docMk/>
            <pc:sldMk cId="987145119" sldId="298"/>
            <ac:spMk id="2" creationId="{66E69EDD-620C-A0EA-CE77-929A33187446}"/>
          </ac:spMkLst>
        </pc:spChg>
        <pc:spChg chg="mod">
          <ac:chgData name="Lennox Tweyo" userId="d68fa22a41358e4f" providerId="LiveId" clId="{EBF62215-6890-4DB1-AE88-B383D56EF55E}" dt="2025-03-23T16:35:17.655" v="3270" actId="313"/>
          <ac:spMkLst>
            <pc:docMk/>
            <pc:sldMk cId="987145119" sldId="298"/>
            <ac:spMk id="4" creationId="{EFD4BF40-9B21-8C7D-30ED-3D2C2689C918}"/>
          </ac:spMkLst>
        </pc:spChg>
        <pc:spChg chg="del">
          <ac:chgData name="Lennox Tweyo" userId="d68fa22a41358e4f" providerId="LiveId" clId="{EBF62215-6890-4DB1-AE88-B383D56EF55E}" dt="2025-03-23T16:33:39.418" v="3071" actId="21"/>
          <ac:spMkLst>
            <pc:docMk/>
            <pc:sldMk cId="987145119" sldId="298"/>
            <ac:spMk id="5" creationId="{280BE9D5-CCA0-B377-AA29-38B29F13F897}"/>
          </ac:spMkLst>
        </pc:spChg>
      </pc:sldChg>
      <pc:sldChg chg="addSp delSp modSp new mod">
        <pc:chgData name="Lennox Tweyo" userId="d68fa22a41358e4f" providerId="LiveId" clId="{EBF62215-6890-4DB1-AE88-B383D56EF55E}" dt="2025-03-23T16:53:24.148" v="3430" actId="1076"/>
        <pc:sldMkLst>
          <pc:docMk/>
          <pc:sldMk cId="2309625855" sldId="299"/>
        </pc:sldMkLst>
        <pc:spChg chg="mod">
          <ac:chgData name="Lennox Tweyo" userId="d68fa22a41358e4f" providerId="LiveId" clId="{EBF62215-6890-4DB1-AE88-B383D56EF55E}" dt="2025-03-23T16:37:27.938" v="3319" actId="20577"/>
          <ac:spMkLst>
            <pc:docMk/>
            <pc:sldMk cId="2309625855" sldId="299"/>
            <ac:spMk id="2" creationId="{555226BA-12A4-9B34-DFAC-8D8FB87B5A38}"/>
          </ac:spMkLst>
        </pc:spChg>
        <pc:spChg chg="del">
          <ac:chgData name="Lennox Tweyo" userId="d68fa22a41358e4f" providerId="LiveId" clId="{EBF62215-6890-4DB1-AE88-B383D56EF55E}" dt="2025-03-23T16:42:37.422" v="3321" actId="931"/>
          <ac:spMkLst>
            <pc:docMk/>
            <pc:sldMk cId="2309625855" sldId="299"/>
            <ac:spMk id="4" creationId="{B642DA51-6BF1-6D9D-A0B9-356B8ADC4ECE}"/>
          </ac:spMkLst>
        </pc:spChg>
        <pc:spChg chg="del">
          <ac:chgData name="Lennox Tweyo" userId="d68fa22a41358e4f" providerId="LiveId" clId="{EBF62215-6890-4DB1-AE88-B383D56EF55E}" dt="2025-03-23T16:37:33.718" v="3320" actId="21"/>
          <ac:spMkLst>
            <pc:docMk/>
            <pc:sldMk cId="2309625855" sldId="299"/>
            <ac:spMk id="5" creationId="{2C04FE68-AA42-901D-6C8C-C11CFF51DDC4}"/>
          </ac:spMkLst>
        </pc:spChg>
        <pc:spChg chg="add del mod">
          <ac:chgData name="Lennox Tweyo" userId="d68fa22a41358e4f" providerId="LiveId" clId="{EBF62215-6890-4DB1-AE88-B383D56EF55E}" dt="2025-03-23T16:45:57.996" v="3339"/>
          <ac:spMkLst>
            <pc:docMk/>
            <pc:sldMk cId="2309625855" sldId="299"/>
            <ac:spMk id="8" creationId="{B36F93A4-252A-F2D6-823D-050BEA1C7589}"/>
          </ac:spMkLst>
        </pc:spChg>
        <pc:spChg chg="add mod">
          <ac:chgData name="Lennox Tweyo" userId="d68fa22a41358e4f" providerId="LiveId" clId="{EBF62215-6890-4DB1-AE88-B383D56EF55E}" dt="2025-03-23T16:52:28.755" v="3375" actId="14100"/>
          <ac:spMkLst>
            <pc:docMk/>
            <pc:sldMk cId="2309625855" sldId="299"/>
            <ac:spMk id="10" creationId="{EEB4EFFB-B528-23BD-82F7-C2C275650F8D}"/>
          </ac:spMkLst>
        </pc:spChg>
        <pc:spChg chg="add mod">
          <ac:chgData name="Lennox Tweyo" userId="d68fa22a41358e4f" providerId="LiveId" clId="{EBF62215-6890-4DB1-AE88-B383D56EF55E}" dt="2025-03-23T16:53:24.148" v="3430" actId="1076"/>
          <ac:spMkLst>
            <pc:docMk/>
            <pc:sldMk cId="2309625855" sldId="299"/>
            <ac:spMk id="36" creationId="{18E19D18-1744-2524-8BB1-AC0EAA20EBA8}"/>
          </ac:spMkLst>
        </pc:spChg>
        <pc:grpChg chg="add mod">
          <ac:chgData name="Lennox Tweyo" userId="d68fa22a41358e4f" providerId="LiveId" clId="{EBF62215-6890-4DB1-AE88-B383D56EF55E}" dt="2025-03-23T16:51:51.685" v="3373" actId="164"/>
          <ac:grpSpMkLst>
            <pc:docMk/>
            <pc:sldMk cId="2309625855" sldId="299"/>
            <ac:grpSpMk id="35" creationId="{8C60A0EB-E6B5-2AC4-48B7-E53C2182383D}"/>
          </ac:grpSpMkLst>
        </pc:grpChg>
        <pc:picChg chg="add mod">
          <ac:chgData name="Lennox Tweyo" userId="d68fa22a41358e4f" providerId="LiveId" clId="{EBF62215-6890-4DB1-AE88-B383D56EF55E}" dt="2025-03-23T16:46:25.115" v="3344" actId="1076"/>
          <ac:picMkLst>
            <pc:docMk/>
            <pc:sldMk cId="2309625855" sldId="299"/>
            <ac:picMk id="7" creationId="{753FCB2E-397B-9F58-2B2A-FA8B905954CF}"/>
          </ac:picMkLst>
        </pc:picChg>
        <pc:picChg chg="add mod">
          <ac:chgData name="Lennox Tweyo" userId="d68fa22a41358e4f" providerId="LiveId" clId="{EBF62215-6890-4DB1-AE88-B383D56EF55E}" dt="2025-03-23T16:46:18.566" v="3343" actId="1076"/>
          <ac:picMkLst>
            <pc:docMk/>
            <pc:sldMk cId="2309625855" sldId="299"/>
            <ac:picMk id="9" creationId="{D675DEB8-1BAB-F59C-6114-3C535BCDB95B}"/>
          </ac:picMkLst>
        </pc:pic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12" creationId="{4C2D305A-589D-35C5-D8F2-9C5537EFA1BA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14" creationId="{C1E56414-5DCA-E98B-B909-0590508DBB15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16" creationId="{9786F495-8613-EE0B-C31A-0243CBDD01AF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18" creationId="{A42EFCB7-971D-D468-DDD7-9124C9026BBB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21" creationId="{C5FBE380-E475-9666-AD8B-291625422CEF}"/>
          </ac:cxnSpMkLst>
        </pc:cxnChg>
        <pc:cxnChg chg="add mod">
          <ac:chgData name="Lennox Tweyo" userId="d68fa22a41358e4f" providerId="LiveId" clId="{EBF62215-6890-4DB1-AE88-B383D56EF55E}" dt="2025-03-23T16:48:30.130" v="3359" actId="13822"/>
          <ac:cxnSpMkLst>
            <pc:docMk/>
            <pc:sldMk cId="2309625855" sldId="299"/>
            <ac:cxnSpMk id="23" creationId="{845044A8-72DE-239C-72BA-52DEF798AA77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25" creationId="{85D9212E-7C78-D5D7-E397-0DBC00EC5F47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28" creationId="{ABBAF07E-29BF-45F5-C156-6D40AFDC1FC0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30" creationId="{F933169B-F491-059C-EF39-9350608DD954}"/>
          </ac:cxnSpMkLst>
        </pc:cxnChg>
        <pc:cxnChg chg="add mod">
          <ac:chgData name="Lennox Tweyo" userId="d68fa22a41358e4f" providerId="LiveId" clId="{EBF62215-6890-4DB1-AE88-B383D56EF55E}" dt="2025-03-23T16:51:51.685" v="3373" actId="164"/>
          <ac:cxnSpMkLst>
            <pc:docMk/>
            <pc:sldMk cId="2309625855" sldId="299"/>
            <ac:cxnSpMk id="32" creationId="{B33160C4-BB8E-D2EB-B798-F6CA116D2AA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3/23/2025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14:52:56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14:53:08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3/23/2025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2.xml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2183" y="677918"/>
            <a:ext cx="7424529" cy="4003412"/>
          </a:xfrm>
        </p:spPr>
        <p:txBody>
          <a:bodyPr>
            <a:normAutofit/>
          </a:bodyPr>
          <a:lstStyle/>
          <a:p>
            <a:r>
              <a:rPr lang="en-US" dirty="0"/>
              <a:t>ROBOT  PATH PLANNING  USING HILBERT  SPACE FILLING  CURVES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INTRODUCTION​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2255" y="1845365"/>
            <a:ext cx="6136171" cy="42274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Goal: Creating a probabilistic roadmap for a mobile robot to navigate from the start configuration to the goal configuration.</a:t>
            </a:r>
          </a:p>
          <a:p>
            <a:pPr lvl="1"/>
            <a:r>
              <a:rPr lang="en-US" dirty="0"/>
              <a:t>Definitions:</a:t>
            </a:r>
          </a:p>
          <a:p>
            <a:pPr lvl="2"/>
            <a:r>
              <a:rPr lang="en-US" dirty="0"/>
              <a:t>Occupancy map – the navigation space of a mobile robot with obstacles and free space.</a:t>
            </a:r>
          </a:p>
          <a:p>
            <a:pPr lvl="2"/>
            <a:r>
              <a:rPr lang="en-US" dirty="0"/>
              <a:t>Free space – subset of occupancy map without obstacles in it.</a:t>
            </a:r>
          </a:p>
          <a:p>
            <a:pPr lvl="2"/>
            <a:r>
              <a:rPr lang="en-US" dirty="0"/>
              <a:t>Viable Path – collision-free path from start configuration Xstart to the goal configuration Xgoal for a mobile robot.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4C15FB-D9FC-1CBB-75E1-B3AFD8A2B56B}"/>
              </a:ext>
            </a:extLst>
          </p:cNvPr>
          <p:cNvGrpSpPr/>
          <p:nvPr/>
        </p:nvGrpSpPr>
        <p:grpSpPr>
          <a:xfrm>
            <a:off x="6907907" y="1764991"/>
            <a:ext cx="3864324" cy="3328017"/>
            <a:chOff x="3420333" y="2897368"/>
            <a:chExt cx="2830108" cy="2852306"/>
          </a:xfrm>
        </p:grpSpPr>
        <p:pic>
          <p:nvPicPr>
            <p:cNvPr id="10" name="Picture 9" descr="A blue line on a white background&#10;&#10;AI-generated content may be incorrect.">
              <a:extLst>
                <a:ext uri="{FF2B5EF4-FFF2-40B4-BE49-F238E27FC236}">
                  <a16:creationId xmlns:a16="http://schemas.microsoft.com/office/drawing/2014/main" id="{25E39310-2E5C-2EBD-19B9-71D4CF317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420333" y="2897368"/>
              <a:ext cx="2830108" cy="2852306"/>
            </a:xfrm>
            <a:prstGeom prst="rect">
              <a:avLst/>
            </a:prstGeom>
          </p:spPr>
        </p:pic>
        <p:sp>
          <p:nvSpPr>
            <p:cNvPr id="12" name="Star: 5 Points 11">
              <a:extLst>
                <a:ext uri="{FF2B5EF4-FFF2-40B4-BE49-F238E27FC236}">
                  <a16:creationId xmlns:a16="http://schemas.microsoft.com/office/drawing/2014/main" id="{86551BBB-7BA7-42E7-2973-D74B1CED33E6}"/>
                </a:ext>
              </a:extLst>
            </p:cNvPr>
            <p:cNvSpPr/>
            <p:nvPr/>
          </p:nvSpPr>
          <p:spPr>
            <a:xfrm>
              <a:off x="3617843" y="3160643"/>
              <a:ext cx="119269" cy="99391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FA772C94-3689-0624-5AE0-E3637D78D73A}"/>
                </a:ext>
              </a:extLst>
            </p:cNvPr>
            <p:cNvSpPr/>
            <p:nvPr/>
          </p:nvSpPr>
          <p:spPr>
            <a:xfrm>
              <a:off x="5983357" y="5536096"/>
              <a:ext cx="112643" cy="89452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C56B0AD-03A3-8765-E739-6983AFCDB824}"/>
              </a:ext>
            </a:extLst>
          </p:cNvPr>
          <p:cNvSpPr txBox="1"/>
          <p:nvPr/>
        </p:nvSpPr>
        <p:spPr>
          <a:xfrm>
            <a:off x="7274702" y="1945493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9C3D11-BC13-15AD-BFBD-3830D817DA85}"/>
              </a:ext>
            </a:extLst>
          </p:cNvPr>
          <p:cNvSpPr txBox="1"/>
          <p:nvPr/>
        </p:nvSpPr>
        <p:spPr>
          <a:xfrm>
            <a:off x="9819862" y="4599433"/>
            <a:ext cx="741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307EEC-33AB-2E17-734B-2DABF6CED38C}"/>
              </a:ext>
            </a:extLst>
          </p:cNvPr>
          <p:cNvCxnSpPr>
            <a:cxnSpLocks/>
          </p:cNvCxnSpPr>
          <p:nvPr/>
        </p:nvCxnSpPr>
        <p:spPr>
          <a:xfrm>
            <a:off x="7259021" y="2205891"/>
            <a:ext cx="732616" cy="5045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E86EC8-8291-E848-9E42-52BEC5640183}"/>
              </a:ext>
            </a:extLst>
          </p:cNvPr>
          <p:cNvCxnSpPr/>
          <p:nvPr/>
        </p:nvCxnSpPr>
        <p:spPr>
          <a:xfrm>
            <a:off x="7991637" y="2710401"/>
            <a:ext cx="0" cy="151372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8555829-F977-15BE-762C-060587CA2627}"/>
              </a:ext>
            </a:extLst>
          </p:cNvPr>
          <p:cNvCxnSpPr/>
          <p:nvPr/>
        </p:nvCxnSpPr>
        <p:spPr>
          <a:xfrm>
            <a:off x="8030076" y="4224130"/>
            <a:ext cx="178978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E361A3D-CB10-653B-4799-7CE7F92BFF87}"/>
              </a:ext>
            </a:extLst>
          </p:cNvPr>
          <p:cNvCxnSpPr/>
          <p:nvPr/>
        </p:nvCxnSpPr>
        <p:spPr>
          <a:xfrm>
            <a:off x="9819862" y="4224130"/>
            <a:ext cx="606286" cy="55996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0CE6-CECA-3116-50D2-7E0F715F7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574879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do Hilbert curves look like?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BDF009-560C-DB75-E5F2-E5CE8AF8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Content Placeholder 6" descr="A set of red patterns&#10;&#10;AI-generated content may be incorrect.">
            <a:extLst>
              <a:ext uri="{FF2B5EF4-FFF2-40B4-BE49-F238E27FC236}">
                <a16:creationId xmlns:a16="http://schemas.microsoft.com/office/drawing/2014/main" id="{8A02BFDA-C20D-149E-ACC2-3442AEC1425A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rcRect l="1953" t="1829" r="1780"/>
          <a:stretch/>
        </p:blipFill>
        <p:spPr>
          <a:xfrm>
            <a:off x="1222513" y="2033864"/>
            <a:ext cx="8060635" cy="4322486"/>
          </a:xfr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9B4931-6EE7-D4C7-5FF3-2D619C181D9F}"/>
              </a:ext>
            </a:extLst>
          </p:cNvPr>
          <p:cNvSpPr txBox="1"/>
          <p:nvPr/>
        </p:nvSpPr>
        <p:spPr>
          <a:xfrm>
            <a:off x="1222512" y="6356350"/>
            <a:ext cx="806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to sixth order Hilbert Curves from left to right.</a:t>
            </a:r>
          </a:p>
        </p:txBody>
      </p:sp>
    </p:spTree>
    <p:extLst>
      <p:ext uri="{BB962C8B-B14F-4D97-AF65-F5344CB8AC3E}">
        <p14:creationId xmlns:p14="http://schemas.microsoft.com/office/powerpoint/2010/main" val="104223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5CCF-2EFA-A5A7-E5F5-5114C5C8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139" y="462504"/>
            <a:ext cx="8716319" cy="605492"/>
          </a:xfrm>
        </p:spPr>
        <p:txBody>
          <a:bodyPr>
            <a:normAutofit fontScale="90000"/>
          </a:bodyPr>
          <a:lstStyle/>
          <a:p>
            <a:r>
              <a:rPr lang="en-US" dirty="0"/>
              <a:t>OCCUPANCY MAP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2B8C4-40F8-A362-54B4-C1B7B395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65B57419-CE24-B41D-667B-47FAAD497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15" y="1163674"/>
            <a:ext cx="6542529" cy="56943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103FC49-A75E-B0D3-97FE-8154C2A9E9CD}"/>
                  </a:ext>
                </a:extLst>
              </p14:cNvPr>
              <p14:cNvContentPartPr/>
              <p14:nvPr/>
            </p14:nvContentPartPr>
            <p14:xfrm>
              <a:off x="9919205" y="3935770"/>
              <a:ext cx="36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103FC49-A75E-B0D3-97FE-8154C2A9E9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3085" y="39296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601D5FC-51FC-F2EE-CFEE-BB837B72118E}"/>
                  </a:ext>
                </a:extLst>
              </p14:cNvPr>
              <p14:cNvContentPartPr/>
              <p14:nvPr/>
            </p14:nvContentPartPr>
            <p14:xfrm>
              <a:off x="5506325" y="765250"/>
              <a:ext cx="3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601D5FC-51FC-F2EE-CFEE-BB837B7211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0205" y="75913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86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BFF9-C788-4C48-0A14-E4028F0C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882992"/>
          </a:xfrm>
        </p:spPr>
        <p:txBody>
          <a:bodyPr/>
          <a:lstStyle/>
          <a:p>
            <a:r>
              <a:rPr lang="en-US" dirty="0"/>
              <a:t>HILBERT CURVE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D0B6D4-EB6D-F025-A620-141A90C9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6" descr="A graph paper with red dots&#10;&#10;AI-generated content may be incorrect.">
            <a:extLst>
              <a:ext uri="{FF2B5EF4-FFF2-40B4-BE49-F238E27FC236}">
                <a16:creationId xmlns:a16="http://schemas.microsoft.com/office/drawing/2014/main" id="{5398433D-A784-E9A3-85F2-99A49133164C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390787" y="1779104"/>
            <a:ext cx="4895799" cy="3888636"/>
          </a:xfrm>
        </p:spPr>
      </p:pic>
      <p:pic>
        <p:nvPicPr>
          <p:cNvPr id="9" name="Content Placeholder 8" descr="A graph with red dots&#10;&#10;AI-generated content may be incorrect.">
            <a:extLst>
              <a:ext uri="{FF2B5EF4-FFF2-40B4-BE49-F238E27FC236}">
                <a16:creationId xmlns:a16="http://schemas.microsoft.com/office/drawing/2014/main" id="{C31071A9-69F2-19FC-8530-6814DCA8148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5878217" y="1779104"/>
            <a:ext cx="4895799" cy="380481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9FBF72-A16E-4384-453B-61EA463BA927}"/>
              </a:ext>
            </a:extLst>
          </p:cNvPr>
          <p:cNvSpPr txBox="1"/>
          <p:nvPr/>
        </p:nvSpPr>
        <p:spPr>
          <a:xfrm>
            <a:off x="771736" y="5667740"/>
            <a:ext cx="409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4 Hilbert Curve Deterministic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6DB3F-0AE3-EBEC-41C7-0C92161FC5B1}"/>
              </a:ext>
            </a:extLst>
          </p:cNvPr>
          <p:cNvSpPr txBox="1"/>
          <p:nvPr/>
        </p:nvSpPr>
        <p:spPr>
          <a:xfrm>
            <a:off x="6096000" y="5667740"/>
            <a:ext cx="475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4 Hilbert Curve Randomized Vertices</a:t>
            </a:r>
          </a:p>
        </p:txBody>
      </p:sp>
    </p:spTree>
    <p:extLst>
      <p:ext uri="{BB962C8B-B14F-4D97-AF65-F5344CB8AC3E}">
        <p14:creationId xmlns:p14="http://schemas.microsoft.com/office/powerpoint/2010/main" val="85387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F64A-46F6-3BA4-80BE-5226A9A8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3966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SAMPLING EXAMPLES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7B8DAA-F07F-ADD6-D075-D56DFE89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Content Placeholder 6" descr="A black background with white and red dots&#10;&#10;AI-generated content may be incorrect.">
            <a:extLst>
              <a:ext uri="{FF2B5EF4-FFF2-40B4-BE49-F238E27FC236}">
                <a16:creationId xmlns:a16="http://schemas.microsoft.com/office/drawing/2014/main" id="{1DAE8D16-E394-8FCB-8C46-BAEDC85732BC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606287" y="1620078"/>
            <a:ext cx="4571999" cy="4108174"/>
          </a:xfrm>
        </p:spPr>
      </p:pic>
      <p:pic>
        <p:nvPicPr>
          <p:cNvPr id="9" name="Content Placeholder 8" descr="A black background with red dots&#10;&#10;AI-generated content may be incorrect.">
            <a:extLst>
              <a:ext uri="{FF2B5EF4-FFF2-40B4-BE49-F238E27FC236}">
                <a16:creationId xmlns:a16="http://schemas.microsoft.com/office/drawing/2014/main" id="{17ED2090-3E24-A42E-6367-BDC4507D6245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6271591" y="1620078"/>
            <a:ext cx="4418483" cy="410817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3F4CF4-F581-752E-B4E8-DDD26919B281}"/>
              </a:ext>
            </a:extLst>
          </p:cNvPr>
          <p:cNvSpPr txBox="1"/>
          <p:nvPr/>
        </p:nvSpPr>
        <p:spPr>
          <a:xfrm>
            <a:off x="606287" y="5805887"/>
            <a:ext cx="4571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Sampling occupancy map using order 4 randomized Hilbert Curve.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E3AD14-3929-FF6E-0FBC-13C7398254E5}"/>
              </a:ext>
            </a:extLst>
          </p:cNvPr>
          <p:cNvSpPr txBox="1"/>
          <p:nvPr/>
        </p:nvSpPr>
        <p:spPr>
          <a:xfrm>
            <a:off x="6271591" y="5837901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Sampling occupancy map using order 6 randomized Hilbert Curve.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6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26BA-12A4-9B34-DFAC-8D8FB87B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 OCCUPANCY MAPS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C49E56-616B-5469-981E-13B4F7FC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Content Placeholder 6" descr="A diagram of a network&#10;&#10;AI-generated content may be incorrect.">
            <a:extLst>
              <a:ext uri="{FF2B5EF4-FFF2-40B4-BE49-F238E27FC236}">
                <a16:creationId xmlns:a16="http://schemas.microsoft.com/office/drawing/2014/main" id="{753FCB2E-397B-9F58-2B2A-FA8B905954CF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6560833" y="2258568"/>
            <a:ext cx="4100707" cy="3174566"/>
          </a:xfr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75DEB8-1BAB-F59C-6114-3C535BCDB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78" y="2206318"/>
            <a:ext cx="3451301" cy="337773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EB4EFFB-B528-23BD-82F7-C2C275650F8D}"/>
              </a:ext>
            </a:extLst>
          </p:cNvPr>
          <p:cNvSpPr/>
          <p:nvPr/>
        </p:nvSpPr>
        <p:spPr>
          <a:xfrm>
            <a:off x="4336121" y="3513447"/>
            <a:ext cx="2224711" cy="38173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C60A0EB-E6B5-2AC4-48B7-E53C2182383D}"/>
              </a:ext>
            </a:extLst>
          </p:cNvPr>
          <p:cNvGrpSpPr/>
          <p:nvPr/>
        </p:nvGrpSpPr>
        <p:grpSpPr>
          <a:xfrm>
            <a:off x="7084381" y="2654424"/>
            <a:ext cx="2766042" cy="2157273"/>
            <a:chOff x="7084381" y="2654424"/>
            <a:chExt cx="2766042" cy="2157273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C2D305A-589D-35C5-D8F2-9C5537EFA1BA}"/>
                </a:ext>
              </a:extLst>
            </p:cNvPr>
            <p:cNvCxnSpPr/>
            <p:nvPr/>
          </p:nvCxnSpPr>
          <p:spPr>
            <a:xfrm>
              <a:off x="7759083" y="2965142"/>
              <a:ext cx="0" cy="7391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E56414-5DCA-E98B-B909-0590508DBB15}"/>
                </a:ext>
              </a:extLst>
            </p:cNvPr>
            <p:cNvCxnSpPr/>
            <p:nvPr/>
          </p:nvCxnSpPr>
          <p:spPr>
            <a:xfrm>
              <a:off x="7084381" y="3704316"/>
              <a:ext cx="461638" cy="2906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786F495-8613-EE0B-C31A-0243CBDD01AF}"/>
                </a:ext>
              </a:extLst>
            </p:cNvPr>
            <p:cNvCxnSpPr/>
            <p:nvPr/>
          </p:nvCxnSpPr>
          <p:spPr>
            <a:xfrm flipH="1">
              <a:off x="7084381" y="2831977"/>
              <a:ext cx="461638" cy="4350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2EFCB7-971D-D468-DDD7-9124C9026B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7565" y="2825901"/>
              <a:ext cx="824143" cy="10176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5FBE380-E475-9666-AD8B-291625422CEF}"/>
                </a:ext>
              </a:extLst>
            </p:cNvPr>
            <p:cNvCxnSpPr/>
            <p:nvPr/>
          </p:nvCxnSpPr>
          <p:spPr>
            <a:xfrm>
              <a:off x="7912423" y="3994951"/>
              <a:ext cx="6900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45044A8-72DE-239C-72BA-52DEF798AA77}"/>
                </a:ext>
              </a:extLst>
            </p:cNvPr>
            <p:cNvCxnSpPr/>
            <p:nvPr/>
          </p:nvCxnSpPr>
          <p:spPr>
            <a:xfrm>
              <a:off x="9037468" y="2654424"/>
              <a:ext cx="6658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5D9212E-7C78-D5D7-E397-0DBC00EC5F47}"/>
                </a:ext>
              </a:extLst>
            </p:cNvPr>
            <p:cNvCxnSpPr>
              <a:cxnSpLocks/>
            </p:cNvCxnSpPr>
            <p:nvPr/>
          </p:nvCxnSpPr>
          <p:spPr>
            <a:xfrm>
              <a:off x="9850423" y="2965142"/>
              <a:ext cx="0" cy="7391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BBAF07E-29BF-45F5-C156-6D40AFDC1FC0}"/>
                </a:ext>
              </a:extLst>
            </p:cNvPr>
            <p:cNvCxnSpPr/>
            <p:nvPr/>
          </p:nvCxnSpPr>
          <p:spPr>
            <a:xfrm flipH="1" flipV="1">
              <a:off x="8975324" y="2902998"/>
              <a:ext cx="727969" cy="9405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933169B-F491-059C-EF39-9350608DD954}"/>
                </a:ext>
              </a:extLst>
            </p:cNvPr>
            <p:cNvCxnSpPr/>
            <p:nvPr/>
          </p:nvCxnSpPr>
          <p:spPr>
            <a:xfrm flipH="1">
              <a:off x="7912423" y="2654424"/>
              <a:ext cx="6900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33160C4-BB8E-D2EB-B798-F6CA116D2AAA}"/>
                </a:ext>
              </a:extLst>
            </p:cNvPr>
            <p:cNvCxnSpPr>
              <a:cxnSpLocks/>
            </p:cNvCxnSpPr>
            <p:nvPr/>
          </p:nvCxnSpPr>
          <p:spPr>
            <a:xfrm>
              <a:off x="8975324" y="4208016"/>
              <a:ext cx="284086" cy="603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8E19D18-1744-2524-8BB1-AC0EAA20EBA8}"/>
              </a:ext>
            </a:extLst>
          </p:cNvPr>
          <p:cNvSpPr txBox="1"/>
          <p:nvPr/>
        </p:nvSpPr>
        <p:spPr>
          <a:xfrm>
            <a:off x="4351463" y="3082943"/>
            <a:ext cx="2011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Converting free space into a directed graph</a:t>
            </a:r>
          </a:p>
        </p:txBody>
      </p:sp>
    </p:spTree>
    <p:extLst>
      <p:ext uri="{BB962C8B-B14F-4D97-AF65-F5344CB8AC3E}">
        <p14:creationId xmlns:p14="http://schemas.microsoft.com/office/powerpoint/2010/main" val="230962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320F-2A9D-CCF8-3DFD-8B211803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223" y="896112"/>
            <a:ext cx="9389288" cy="664331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GENERATING LABELS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0381D0-C89F-69AC-1D64-2F18BDB1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386C6-2DA9-2C72-30DF-50CA5DC9088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3" y="1560443"/>
            <a:ext cx="10121553" cy="51610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generate labels, we want to traverse the free space, black pixels, and count how many of the vertices of the randomized Hilbert curve are within the free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we prioritize vertices?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FB7715-8AAF-C9F0-6D00-88441CA0B8F1}"/>
              </a:ext>
            </a:extLst>
          </p:cNvPr>
          <p:cNvGrpSpPr/>
          <p:nvPr/>
        </p:nvGrpSpPr>
        <p:grpSpPr>
          <a:xfrm>
            <a:off x="1805950" y="2633870"/>
            <a:ext cx="3864324" cy="3328017"/>
            <a:chOff x="3420333" y="2897368"/>
            <a:chExt cx="2830108" cy="2852306"/>
          </a:xfrm>
        </p:grpSpPr>
        <p:pic>
          <p:nvPicPr>
            <p:cNvPr id="8" name="Picture 7" descr="A blue line on a white background&#10;&#10;AI-generated content may be incorrect.">
              <a:extLst>
                <a:ext uri="{FF2B5EF4-FFF2-40B4-BE49-F238E27FC236}">
                  <a16:creationId xmlns:a16="http://schemas.microsoft.com/office/drawing/2014/main" id="{B4348EEA-7FF9-87D1-ED0C-9C34DE44F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420333" y="2897368"/>
              <a:ext cx="2830108" cy="2852306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EA120A6-A8AF-1FF6-0209-BFBA197B8E12}"/>
                </a:ext>
              </a:extLst>
            </p:cNvPr>
            <p:cNvCxnSpPr>
              <a:cxnSpLocks/>
            </p:cNvCxnSpPr>
            <p:nvPr/>
          </p:nvCxnSpPr>
          <p:spPr>
            <a:xfrm>
              <a:off x="3896139" y="3309730"/>
              <a:ext cx="0" cy="2027583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Star: 5 Points 11">
              <a:extLst>
                <a:ext uri="{FF2B5EF4-FFF2-40B4-BE49-F238E27FC236}">
                  <a16:creationId xmlns:a16="http://schemas.microsoft.com/office/drawing/2014/main" id="{C76F8B7E-612A-59BF-5348-549F961C4F1B}"/>
                </a:ext>
              </a:extLst>
            </p:cNvPr>
            <p:cNvSpPr/>
            <p:nvPr/>
          </p:nvSpPr>
          <p:spPr>
            <a:xfrm>
              <a:off x="3617843" y="3160643"/>
              <a:ext cx="119269" cy="99391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2113DBF4-B7C7-996B-5356-D60C3A455FAF}"/>
                </a:ext>
              </a:extLst>
            </p:cNvPr>
            <p:cNvSpPr/>
            <p:nvPr/>
          </p:nvSpPr>
          <p:spPr>
            <a:xfrm>
              <a:off x="5983357" y="5536096"/>
              <a:ext cx="112643" cy="89452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8BD808-49A7-1C4D-10D7-F64379035E84}"/>
                </a:ext>
              </a:extLst>
            </p:cNvPr>
            <p:cNvCxnSpPr>
              <a:cxnSpLocks/>
            </p:cNvCxnSpPr>
            <p:nvPr/>
          </p:nvCxnSpPr>
          <p:spPr>
            <a:xfrm>
              <a:off x="4472609" y="3309730"/>
              <a:ext cx="0" cy="1570383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2C8AFA-4FEA-D9EE-2465-3717E91908E5}"/>
                </a:ext>
              </a:extLst>
            </p:cNvPr>
            <p:cNvCxnSpPr/>
            <p:nvPr/>
          </p:nvCxnSpPr>
          <p:spPr>
            <a:xfrm>
              <a:off x="3896139" y="5327374"/>
              <a:ext cx="1878496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140CFB7-C37D-6BD2-8418-599AB92BC199}"/>
                </a:ext>
              </a:extLst>
            </p:cNvPr>
            <p:cNvCxnSpPr/>
            <p:nvPr/>
          </p:nvCxnSpPr>
          <p:spPr>
            <a:xfrm>
              <a:off x="3896139" y="3309730"/>
              <a:ext cx="576470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234C54-3E9B-B76F-5922-97AD853BA909}"/>
                </a:ext>
              </a:extLst>
            </p:cNvPr>
            <p:cNvCxnSpPr/>
            <p:nvPr/>
          </p:nvCxnSpPr>
          <p:spPr>
            <a:xfrm>
              <a:off x="4472609" y="4880113"/>
              <a:ext cx="1302026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2A48E4-C98D-A9CF-81BA-DAD9F35D0C10}"/>
                </a:ext>
              </a:extLst>
            </p:cNvPr>
            <p:cNvCxnSpPr/>
            <p:nvPr/>
          </p:nvCxnSpPr>
          <p:spPr>
            <a:xfrm>
              <a:off x="5774635" y="4880113"/>
              <a:ext cx="0" cy="447261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456E743-239F-32E4-FEE5-8492FFE7CB63}"/>
              </a:ext>
            </a:extLst>
          </p:cNvPr>
          <p:cNvSpPr txBox="1"/>
          <p:nvPr/>
        </p:nvSpPr>
        <p:spPr>
          <a:xfrm>
            <a:off x="6379280" y="2653749"/>
            <a:ext cx="45935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Essentially, we can build a viable path using only 75% of the vertices of the curve.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specifically the vertices that fall in the quadrants containing the dotted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ThresholdVertices = 0.75*TotalVertices.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We’ll build on this concept of threshold vertices by generating  a remaining- threshold-points-ratio that will determine when we have a solution.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2CE5C-3D1A-2D25-1435-D319A53055F5}"/>
              </a:ext>
            </a:extLst>
          </p:cNvPr>
          <p:cNvSpPr txBox="1"/>
          <p:nvPr/>
        </p:nvSpPr>
        <p:spPr>
          <a:xfrm>
            <a:off x="2158472" y="2814372"/>
            <a:ext cx="86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A5A1E5-2EE4-F6E2-8D25-8D7AA74181AF}"/>
              </a:ext>
            </a:extLst>
          </p:cNvPr>
          <p:cNvSpPr txBox="1"/>
          <p:nvPr/>
        </p:nvSpPr>
        <p:spPr>
          <a:xfrm>
            <a:off x="4840120" y="5426966"/>
            <a:ext cx="77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79622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DC6F-2FEF-2065-A49E-3D21D9DB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49" y="657574"/>
            <a:ext cx="10022160" cy="614636"/>
          </a:xfrm>
        </p:spPr>
        <p:txBody>
          <a:bodyPr>
            <a:normAutofit fontScale="90000"/>
          </a:bodyPr>
          <a:lstStyle/>
          <a:p>
            <a:r>
              <a:rPr lang="en-US" dirty="0"/>
              <a:t>HILBERT CURVE EVALUATION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23786F-5504-F56C-0C37-FF92DE34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F2500-13FF-99DD-CB6D-99335A6A7EF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02162" y="1969882"/>
            <a:ext cx="10250760" cy="4475921"/>
          </a:xfrm>
        </p:spPr>
        <p:txBody>
          <a:bodyPr>
            <a:normAutofit/>
          </a:bodyPr>
          <a:lstStyle/>
          <a:p>
            <a:pPr marL="285750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totalVertices = length(verticesArray)</a:t>
            </a:r>
          </a:p>
          <a:p>
            <a:pPr marL="285750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Threshold = 0.75*totalVertices</a:t>
            </a:r>
          </a:p>
          <a:p>
            <a:pPr marL="285750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InitialThreshold = Threshold</a:t>
            </a:r>
          </a:p>
          <a:p>
            <a:pPr marL="285750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For (vertex1,vertex2) in verticesArray:</a:t>
            </a:r>
          </a:p>
          <a:p>
            <a:pPr marL="742950" lvl="1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If BOTH vertex1 and vertiex2 in freeSpaceGraph:</a:t>
            </a:r>
          </a:p>
          <a:p>
            <a:pPr marL="1200150" lvl="2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Threshold – BOTH</a:t>
            </a:r>
          </a:p>
          <a:p>
            <a:pPr marL="742950" lvl="1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Elif only vertex1 or only vertex2 in freeSpaceGraph:</a:t>
            </a:r>
          </a:p>
          <a:p>
            <a:pPr marL="1200150" lvl="2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Threshold – ONE</a:t>
            </a:r>
          </a:p>
          <a:p>
            <a:pPr marL="182880" lvl="2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remainingThreshold = Threshold</a:t>
            </a:r>
          </a:p>
          <a:p>
            <a:pPr marL="182880" lvl="2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remainingThresholdRatio = (remainingThreshold/InitialThreshold)*100</a:t>
            </a:r>
          </a:p>
          <a:p>
            <a:pPr marL="182880" lvl="2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if remainingThresholdRatio &lt;= baselineThresholdRatio:</a:t>
            </a:r>
          </a:p>
          <a:p>
            <a:pPr marL="640080" lvl="3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remainingThresholdRatio = min(remainingThresholdRatio, baselineThresholdRatio)</a:t>
            </a:r>
          </a:p>
          <a:p>
            <a:pPr marL="640080" lvl="3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CONTINUE</a:t>
            </a:r>
          </a:p>
          <a:p>
            <a:pPr marL="182880" lvl="2" indent="-285750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 else: VALID = currentOrder ;BREAK</a:t>
            </a:r>
          </a:p>
        </p:txBody>
      </p:sp>
    </p:spTree>
    <p:extLst>
      <p:ext uri="{BB962C8B-B14F-4D97-AF65-F5344CB8AC3E}">
        <p14:creationId xmlns:p14="http://schemas.microsoft.com/office/powerpoint/2010/main" val="373439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9EDD-620C-A0EA-CE77-929A3318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822CB7-6061-5547-7047-5E6959E8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4BF40-9B21-8C7D-30ED-3D2C2689C91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6" y="1880586"/>
            <a:ext cx="8478798" cy="35052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set : 31450 samples, 31450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set: 12450 samples, 12450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datasets are compressed NumPy arrays with 10,000 columns per row.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columns are the 100*100 pixels of the occupancy map, flattened out before being stored.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14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Lennox Apudo.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{0170AD56-56B6-4F39-8244-6852090561B5}tf33968143_win32</Template>
  <TotalTime>153</TotalTime>
  <Words>402</Words>
  <Application>Microsoft Office PowerPoint</Application>
  <PresentationFormat>Widescreen</PresentationFormat>
  <Paragraphs>66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 LT Pro</vt:lpstr>
      <vt:lpstr>Calibri</vt:lpstr>
      <vt:lpstr>Wingdings</vt:lpstr>
      <vt:lpstr>Custom</vt:lpstr>
      <vt:lpstr>ROBOT  PATH PLANNING  USING HILBERT  SPACE FILLING  CURVES</vt:lpstr>
      <vt:lpstr>INTRODUCTION​</vt:lpstr>
      <vt:lpstr>What do Hilbert curves look like?</vt:lpstr>
      <vt:lpstr>OCCUPANCY MAP EXAMPLE</vt:lpstr>
      <vt:lpstr>HILBERT CURVE EXAMPLEs</vt:lpstr>
      <vt:lpstr>RANDOM SAMPLING EXAMPLES </vt:lpstr>
      <vt:lpstr>PRE-PROCESSING OCCUPANCY MAPS</vt:lpstr>
      <vt:lpstr>GENERATING LABELS</vt:lpstr>
      <vt:lpstr>HILBERT CURVE EVALUATION ALGORITHM</vt:lpstr>
      <vt:lpstr>DATASET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Lennox Tweyo</dc:creator>
  <cp:lastModifiedBy>Lennox Tweyo</cp:lastModifiedBy>
  <cp:revision>1</cp:revision>
  <dcterms:created xsi:type="dcterms:W3CDTF">2025-03-23T14:20:13Z</dcterms:created>
  <dcterms:modified xsi:type="dcterms:W3CDTF">2025-03-23T16:53:28Z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